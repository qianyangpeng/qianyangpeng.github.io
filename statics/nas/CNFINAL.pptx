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7" r:id="rId1"/>
  </p:sldMasterIdLst>
  <p:notesMasterIdLst>
    <p:notesMasterId r:id="rId14"/>
  </p:notesMasterIdLst>
  <p:sldIdLst>
    <p:sldId id="289" r:id="rId2"/>
    <p:sldId id="339" r:id="rId3"/>
    <p:sldId id="340" r:id="rId4"/>
    <p:sldId id="341" r:id="rId5"/>
    <p:sldId id="332" r:id="rId6"/>
    <p:sldId id="331" r:id="rId7"/>
    <p:sldId id="344" r:id="rId8"/>
    <p:sldId id="345" r:id="rId9"/>
    <p:sldId id="346" r:id="rId10"/>
    <p:sldId id="336" r:id="rId11"/>
    <p:sldId id="343" r:id="rId12"/>
    <p:sldId id="259" r:id="rId1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BFE2F3"/>
    <a:srgbClr val="C31823"/>
    <a:srgbClr val="C9151E"/>
    <a:srgbClr val="E9CBBC"/>
    <a:srgbClr val="E0A487"/>
    <a:srgbClr val="D97C5B"/>
    <a:srgbClr val="CC141E"/>
    <a:srgbClr val="D05035"/>
    <a:srgbClr val="C816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28" autoAdjust="0"/>
    <p:restoredTop sz="94785" autoAdjust="0"/>
  </p:normalViewPr>
  <p:slideViewPr>
    <p:cSldViewPr snapToGrid="0">
      <p:cViewPr varScale="1">
        <p:scale>
          <a:sx n="73" d="100"/>
          <a:sy n="73" d="100"/>
        </p:scale>
        <p:origin x="1128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0" d="100"/>
          <a:sy n="60" d="100"/>
        </p:scale>
        <p:origin x="1616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419A1A-A0D6-4CFD-AD05-96DDDBF8CAE6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4F0407D5-98B3-409A-8225-4EA476416079}">
      <dgm:prSet phldrT="[文本]"/>
      <dgm:spPr/>
      <dgm:t>
        <a:bodyPr/>
        <a:lstStyle/>
        <a:p>
          <a:r>
            <a:rPr lang="en-US" altLang="zh-CN" dirty="0" smtClean="0"/>
            <a:t>Linux</a:t>
          </a:r>
          <a:endParaRPr lang="zh-CN" altLang="en-US" dirty="0"/>
        </a:p>
      </dgm:t>
    </dgm:pt>
    <dgm:pt modelId="{15EE785A-2469-4BDB-B7C5-53E634FDC8A9}" type="parTrans" cxnId="{5286F915-CA61-4D2E-A94C-11332B00704C}">
      <dgm:prSet/>
      <dgm:spPr/>
      <dgm:t>
        <a:bodyPr/>
        <a:lstStyle/>
        <a:p>
          <a:endParaRPr lang="zh-CN" altLang="en-US"/>
        </a:p>
      </dgm:t>
    </dgm:pt>
    <dgm:pt modelId="{67328A41-A9FD-40EF-BB58-C4E0A9492D99}" type="sibTrans" cxnId="{5286F915-CA61-4D2E-A94C-11332B00704C}">
      <dgm:prSet/>
      <dgm:spPr/>
      <dgm:t>
        <a:bodyPr/>
        <a:lstStyle/>
        <a:p>
          <a:endParaRPr lang="zh-CN" altLang="en-US"/>
        </a:p>
      </dgm:t>
    </dgm:pt>
    <dgm:pt modelId="{12B6FC70-4DCA-41CB-B4AB-69A744C016C6}">
      <dgm:prSet phldrT="[文本]"/>
      <dgm:spPr/>
      <dgm:t>
        <a:bodyPr/>
        <a:lstStyle/>
        <a:p>
          <a:r>
            <a:rPr lang="en-US" altLang="zh-CN" dirty="0" smtClean="0"/>
            <a:t>MySQL</a:t>
          </a:r>
          <a:endParaRPr lang="zh-CN" altLang="en-US" dirty="0"/>
        </a:p>
      </dgm:t>
    </dgm:pt>
    <dgm:pt modelId="{4D55CB63-4A67-4928-86DB-06827709A746}" type="parTrans" cxnId="{C93C2023-6136-452D-8C81-D7922A664161}">
      <dgm:prSet/>
      <dgm:spPr/>
      <dgm:t>
        <a:bodyPr/>
        <a:lstStyle/>
        <a:p>
          <a:endParaRPr lang="zh-CN" altLang="en-US"/>
        </a:p>
      </dgm:t>
    </dgm:pt>
    <dgm:pt modelId="{267304DC-E7FA-4671-AFA0-6041259408B9}" type="sibTrans" cxnId="{C93C2023-6136-452D-8C81-D7922A664161}">
      <dgm:prSet/>
      <dgm:spPr/>
      <dgm:t>
        <a:bodyPr/>
        <a:lstStyle/>
        <a:p>
          <a:endParaRPr lang="zh-CN" altLang="en-US"/>
        </a:p>
      </dgm:t>
    </dgm:pt>
    <dgm:pt modelId="{9A31D35C-3561-4B1F-9732-EA6E28030C78}">
      <dgm:prSet phldrT="[文本]"/>
      <dgm:spPr/>
      <dgm:t>
        <a:bodyPr/>
        <a:lstStyle/>
        <a:p>
          <a:r>
            <a:rPr lang="en-US" altLang="zh-CN" dirty="0" smtClean="0"/>
            <a:t>Nginx</a:t>
          </a:r>
        </a:p>
        <a:p>
          <a:r>
            <a:rPr lang="en-US" altLang="zh-CN" dirty="0" smtClean="0"/>
            <a:t>PHP</a:t>
          </a:r>
          <a:endParaRPr lang="zh-CN" altLang="en-US" dirty="0"/>
        </a:p>
      </dgm:t>
    </dgm:pt>
    <dgm:pt modelId="{12C0CF05-0B9A-4D2E-A51B-220B175F140F}" type="parTrans" cxnId="{A1CEBF85-D5A0-4192-87BC-34ABD1FB6A93}">
      <dgm:prSet/>
      <dgm:spPr/>
      <dgm:t>
        <a:bodyPr/>
        <a:lstStyle/>
        <a:p>
          <a:endParaRPr lang="zh-CN" altLang="en-US"/>
        </a:p>
      </dgm:t>
    </dgm:pt>
    <dgm:pt modelId="{6AB36577-FB70-411F-A4C0-102E8A2B373E}" type="sibTrans" cxnId="{A1CEBF85-D5A0-4192-87BC-34ABD1FB6A93}">
      <dgm:prSet/>
      <dgm:spPr/>
      <dgm:t>
        <a:bodyPr/>
        <a:lstStyle/>
        <a:p>
          <a:endParaRPr lang="zh-CN" altLang="en-US"/>
        </a:p>
      </dgm:t>
    </dgm:pt>
    <dgm:pt modelId="{EB2A875E-646E-4E3C-B352-85733BBE2F6A}">
      <dgm:prSet phldrT="[文本]"/>
      <dgm:spPr/>
      <dgm:t>
        <a:bodyPr/>
        <a:lstStyle/>
        <a:p>
          <a:r>
            <a:rPr lang="en-US" altLang="zh-CN" dirty="0" err="1" smtClean="0"/>
            <a:t>Vsftpd</a:t>
          </a:r>
          <a:endParaRPr lang="zh-CN" altLang="en-US" dirty="0"/>
        </a:p>
      </dgm:t>
    </dgm:pt>
    <dgm:pt modelId="{F4134BD2-D6C2-40A7-9595-650C3C58AFCB}" type="parTrans" cxnId="{E865A7B1-5EE5-4155-9DAC-D6DB872F7840}">
      <dgm:prSet/>
      <dgm:spPr/>
      <dgm:t>
        <a:bodyPr/>
        <a:lstStyle/>
        <a:p>
          <a:endParaRPr lang="zh-CN" altLang="en-US"/>
        </a:p>
      </dgm:t>
    </dgm:pt>
    <dgm:pt modelId="{65FCCD23-C7C6-4ABC-87CE-6CED77B793CF}" type="sibTrans" cxnId="{E865A7B1-5EE5-4155-9DAC-D6DB872F7840}">
      <dgm:prSet/>
      <dgm:spPr/>
      <dgm:t>
        <a:bodyPr/>
        <a:lstStyle/>
        <a:p>
          <a:endParaRPr lang="zh-CN" altLang="en-US"/>
        </a:p>
      </dgm:t>
    </dgm:pt>
    <dgm:pt modelId="{5C6DD828-9B8B-42A9-B51C-FC67DA4B011D}">
      <dgm:prSet phldrT="[文本]"/>
      <dgm:spPr/>
      <dgm:t>
        <a:bodyPr/>
        <a:lstStyle/>
        <a:p>
          <a:r>
            <a:rPr lang="en-US" altLang="zh-CN" dirty="0" smtClean="0"/>
            <a:t>Operating system</a:t>
          </a:r>
          <a:endParaRPr lang="zh-CN" altLang="en-US" dirty="0"/>
        </a:p>
      </dgm:t>
    </dgm:pt>
    <dgm:pt modelId="{396B92D4-18D3-419D-A37C-7ACEB4479839}" type="parTrans" cxnId="{A929EFA1-4E93-43DE-80D5-44D6969C153C}">
      <dgm:prSet/>
      <dgm:spPr/>
      <dgm:t>
        <a:bodyPr/>
        <a:lstStyle/>
        <a:p>
          <a:endParaRPr lang="zh-CN" altLang="en-US"/>
        </a:p>
      </dgm:t>
    </dgm:pt>
    <dgm:pt modelId="{3226803F-6DF8-4353-9E77-FFB5DD78F155}" type="sibTrans" cxnId="{A929EFA1-4E93-43DE-80D5-44D6969C153C}">
      <dgm:prSet/>
      <dgm:spPr/>
      <dgm:t>
        <a:bodyPr/>
        <a:lstStyle/>
        <a:p>
          <a:endParaRPr lang="zh-CN" altLang="en-US"/>
        </a:p>
      </dgm:t>
    </dgm:pt>
    <dgm:pt modelId="{4091977F-484C-4628-A8C0-921E864A815E}">
      <dgm:prSet phldrT="[文本]"/>
      <dgm:spPr/>
      <dgm:t>
        <a:bodyPr/>
        <a:lstStyle/>
        <a:p>
          <a:r>
            <a:rPr lang="en-US" altLang="zh-CN" dirty="0" smtClean="0"/>
            <a:t>Database</a:t>
          </a:r>
          <a:endParaRPr lang="zh-CN" altLang="en-US" dirty="0"/>
        </a:p>
      </dgm:t>
    </dgm:pt>
    <dgm:pt modelId="{433E1E7C-5092-4BE2-AF12-9BAF7043AAEF}" type="parTrans" cxnId="{E7D0F4C8-F7AE-40D4-B5D5-D6ACD0CC568E}">
      <dgm:prSet/>
      <dgm:spPr/>
      <dgm:t>
        <a:bodyPr/>
        <a:lstStyle/>
        <a:p>
          <a:endParaRPr lang="zh-CN" altLang="en-US"/>
        </a:p>
      </dgm:t>
    </dgm:pt>
    <dgm:pt modelId="{1423BD1E-B568-4809-901A-3116381840EE}" type="sibTrans" cxnId="{E7D0F4C8-F7AE-40D4-B5D5-D6ACD0CC568E}">
      <dgm:prSet/>
      <dgm:spPr/>
      <dgm:t>
        <a:bodyPr/>
        <a:lstStyle/>
        <a:p>
          <a:endParaRPr lang="zh-CN" altLang="en-US"/>
        </a:p>
      </dgm:t>
    </dgm:pt>
    <dgm:pt modelId="{B257E8CC-5D3E-4C1E-BBD7-2580CB72838B}">
      <dgm:prSet phldrT="[文本]"/>
      <dgm:spPr/>
      <dgm:t>
        <a:bodyPr/>
        <a:lstStyle/>
        <a:p>
          <a:r>
            <a:rPr lang="en-US" altLang="zh-CN" dirty="0" smtClean="0"/>
            <a:t>Web server</a:t>
          </a:r>
          <a:endParaRPr lang="zh-CN" altLang="en-US" dirty="0"/>
        </a:p>
      </dgm:t>
    </dgm:pt>
    <dgm:pt modelId="{2FF39208-72B4-4BF8-8424-7DEB37C9879F}" type="parTrans" cxnId="{52AC7FEE-7373-4190-9ABC-F547ECCD0F7A}">
      <dgm:prSet/>
      <dgm:spPr/>
      <dgm:t>
        <a:bodyPr/>
        <a:lstStyle/>
        <a:p>
          <a:endParaRPr lang="zh-CN" altLang="en-US"/>
        </a:p>
      </dgm:t>
    </dgm:pt>
    <dgm:pt modelId="{1E3BC9AA-FC5F-4448-82AF-A8A61A086FF1}" type="sibTrans" cxnId="{52AC7FEE-7373-4190-9ABC-F547ECCD0F7A}">
      <dgm:prSet/>
      <dgm:spPr/>
      <dgm:t>
        <a:bodyPr/>
        <a:lstStyle/>
        <a:p>
          <a:endParaRPr lang="zh-CN" altLang="en-US"/>
        </a:p>
      </dgm:t>
    </dgm:pt>
    <dgm:pt modelId="{30BC855C-6257-4AB0-915B-E4CA4F0BED85}">
      <dgm:prSet phldrT="[文本]"/>
      <dgm:spPr/>
      <dgm:t>
        <a:bodyPr/>
        <a:lstStyle/>
        <a:p>
          <a:r>
            <a:rPr lang="en-US" altLang="zh-CN" dirty="0" smtClean="0"/>
            <a:t>Web application</a:t>
          </a:r>
          <a:endParaRPr lang="zh-CN" altLang="en-US" dirty="0"/>
        </a:p>
      </dgm:t>
    </dgm:pt>
    <dgm:pt modelId="{201C01D2-F229-45F4-B559-0CB6B9D454AF}" type="parTrans" cxnId="{71AE1B19-DF63-4807-A997-FE3EEBF3842F}">
      <dgm:prSet/>
      <dgm:spPr/>
      <dgm:t>
        <a:bodyPr/>
        <a:lstStyle/>
        <a:p>
          <a:endParaRPr lang="zh-CN" altLang="en-US"/>
        </a:p>
      </dgm:t>
    </dgm:pt>
    <dgm:pt modelId="{47719D84-745C-47E9-8468-C1F09C8A8CE5}" type="sibTrans" cxnId="{71AE1B19-DF63-4807-A997-FE3EEBF3842F}">
      <dgm:prSet/>
      <dgm:spPr/>
      <dgm:t>
        <a:bodyPr/>
        <a:lstStyle/>
        <a:p>
          <a:endParaRPr lang="zh-CN" altLang="en-US"/>
        </a:p>
      </dgm:t>
    </dgm:pt>
    <dgm:pt modelId="{F6FDA6A1-EE3A-4333-8030-9BC69F6A0A63}">
      <dgm:prSet phldrT="[文本]"/>
      <dgm:spPr/>
      <dgm:t>
        <a:bodyPr/>
        <a:lstStyle/>
        <a:p>
          <a:r>
            <a:rPr lang="en-US" altLang="zh-CN" dirty="0" err="1" smtClean="0"/>
            <a:t>Wordpress</a:t>
          </a:r>
          <a:endParaRPr lang="zh-CN" altLang="en-US" dirty="0"/>
        </a:p>
      </dgm:t>
    </dgm:pt>
    <dgm:pt modelId="{520606D0-74EE-487E-BE7B-BE411BECAB29}" type="parTrans" cxnId="{E3D93208-35F3-4F4A-82FA-3A863946A081}">
      <dgm:prSet/>
      <dgm:spPr/>
      <dgm:t>
        <a:bodyPr/>
        <a:lstStyle/>
        <a:p>
          <a:endParaRPr lang="zh-CN" altLang="en-US"/>
        </a:p>
      </dgm:t>
    </dgm:pt>
    <dgm:pt modelId="{CB7BBEA8-8F20-48E6-A552-7B30D14C04CD}" type="sibTrans" cxnId="{E3D93208-35F3-4F4A-82FA-3A863946A081}">
      <dgm:prSet/>
      <dgm:spPr/>
      <dgm:t>
        <a:bodyPr/>
        <a:lstStyle/>
        <a:p>
          <a:endParaRPr lang="zh-CN" altLang="en-US"/>
        </a:p>
      </dgm:t>
    </dgm:pt>
    <dgm:pt modelId="{5D97FA8B-7E26-4EE9-929E-9D48D8D5B011}">
      <dgm:prSet phldrT="[文本]"/>
      <dgm:spPr/>
      <dgm:t>
        <a:bodyPr/>
        <a:lstStyle/>
        <a:p>
          <a:r>
            <a:rPr lang="en-US" altLang="zh-CN" dirty="0" smtClean="0"/>
            <a:t>YAAW</a:t>
          </a:r>
        </a:p>
      </dgm:t>
    </dgm:pt>
    <dgm:pt modelId="{2D524696-7121-4A97-8B07-8B1C6492638A}" type="parTrans" cxnId="{7B2978A0-1217-4A8A-B475-140AB1806D82}">
      <dgm:prSet/>
      <dgm:spPr/>
      <dgm:t>
        <a:bodyPr/>
        <a:lstStyle/>
        <a:p>
          <a:endParaRPr lang="zh-CN" altLang="en-US"/>
        </a:p>
      </dgm:t>
    </dgm:pt>
    <dgm:pt modelId="{A3EEE2F6-6AD2-40A4-B14F-21928FB7283F}" type="sibTrans" cxnId="{7B2978A0-1217-4A8A-B475-140AB1806D82}">
      <dgm:prSet/>
      <dgm:spPr/>
      <dgm:t>
        <a:bodyPr/>
        <a:lstStyle/>
        <a:p>
          <a:endParaRPr lang="zh-CN" altLang="en-US"/>
        </a:p>
      </dgm:t>
    </dgm:pt>
    <dgm:pt modelId="{54707424-E356-471A-96FB-868294284666}">
      <dgm:prSet phldrT="[文本]"/>
      <dgm:spPr/>
      <dgm:t>
        <a:bodyPr/>
        <a:lstStyle/>
        <a:p>
          <a:r>
            <a:rPr lang="en-US" altLang="zh-CN" dirty="0" smtClean="0"/>
            <a:t>FTP</a:t>
          </a:r>
          <a:endParaRPr lang="zh-CN" altLang="en-US" dirty="0"/>
        </a:p>
      </dgm:t>
    </dgm:pt>
    <dgm:pt modelId="{7A97D8F8-0FA6-4A1B-987C-7DBE0784E248}" type="parTrans" cxnId="{D081FD69-E583-4089-BBC0-12D5595E9DD9}">
      <dgm:prSet/>
      <dgm:spPr/>
      <dgm:t>
        <a:bodyPr/>
        <a:lstStyle/>
        <a:p>
          <a:endParaRPr lang="zh-CN" altLang="en-US"/>
        </a:p>
      </dgm:t>
    </dgm:pt>
    <dgm:pt modelId="{A78040CD-A7D5-4D75-A135-C29A0D7A61B7}" type="sibTrans" cxnId="{D081FD69-E583-4089-BBC0-12D5595E9DD9}">
      <dgm:prSet/>
      <dgm:spPr/>
      <dgm:t>
        <a:bodyPr/>
        <a:lstStyle/>
        <a:p>
          <a:endParaRPr lang="zh-CN" altLang="en-US"/>
        </a:p>
      </dgm:t>
    </dgm:pt>
    <dgm:pt modelId="{2D7E84C1-CA45-4B30-8D63-535FAA7F6752}" type="pres">
      <dgm:prSet presAssocID="{50419A1A-A0D6-4CFD-AD05-96DDDBF8CAE6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D0F7945-6471-4CE2-989D-AFF230F69AD7}" type="pres">
      <dgm:prSet presAssocID="{50419A1A-A0D6-4CFD-AD05-96DDDBF8CAE6}" presName="hierFlow" presStyleCnt="0"/>
      <dgm:spPr/>
    </dgm:pt>
    <dgm:pt modelId="{45303C0D-54F7-4B50-99B6-7CBD7DAA70A6}" type="pres">
      <dgm:prSet presAssocID="{50419A1A-A0D6-4CFD-AD05-96DDDBF8CAE6}" presName="firstBuf" presStyleCnt="0"/>
      <dgm:spPr/>
    </dgm:pt>
    <dgm:pt modelId="{69A49989-64BA-488C-92EE-4F433C8EC031}" type="pres">
      <dgm:prSet presAssocID="{50419A1A-A0D6-4CFD-AD05-96DDDBF8CAE6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A0288FFF-1635-4B93-BA96-A80EFEBA5507}" type="pres">
      <dgm:prSet presAssocID="{4F0407D5-98B3-409A-8225-4EA476416079}" presName="Name14" presStyleCnt="0"/>
      <dgm:spPr/>
    </dgm:pt>
    <dgm:pt modelId="{528C018A-7AE6-4BB8-B732-3636A53D7B55}" type="pres">
      <dgm:prSet presAssocID="{4F0407D5-98B3-409A-8225-4EA476416079}" presName="level1Shape" presStyleLbl="node0" presStyleIdx="0" presStyleCnt="1">
        <dgm:presLayoutVars>
          <dgm:chPref val="3"/>
        </dgm:presLayoutVars>
      </dgm:prSet>
      <dgm:spPr/>
    </dgm:pt>
    <dgm:pt modelId="{65695834-C465-4B83-91DD-468669717FC0}" type="pres">
      <dgm:prSet presAssocID="{4F0407D5-98B3-409A-8225-4EA476416079}" presName="hierChild2" presStyleCnt="0"/>
      <dgm:spPr/>
    </dgm:pt>
    <dgm:pt modelId="{6ED9008B-0307-48BC-8FD2-8EE16BAB2567}" type="pres">
      <dgm:prSet presAssocID="{4D55CB63-4A67-4928-86DB-06827709A746}" presName="Name19" presStyleLbl="parChTrans1D2" presStyleIdx="0" presStyleCnt="1"/>
      <dgm:spPr/>
    </dgm:pt>
    <dgm:pt modelId="{99A248D1-F80A-4121-B7E3-B010E0FD4186}" type="pres">
      <dgm:prSet presAssocID="{12B6FC70-4DCA-41CB-B4AB-69A744C016C6}" presName="Name21" presStyleCnt="0"/>
      <dgm:spPr/>
    </dgm:pt>
    <dgm:pt modelId="{8423DA88-EDC5-49A5-9DB3-A003E22C8AE6}" type="pres">
      <dgm:prSet presAssocID="{12B6FC70-4DCA-41CB-B4AB-69A744C016C6}" presName="level2Shape" presStyleLbl="node2" presStyleIdx="0" presStyleCnt="1"/>
      <dgm:spPr/>
    </dgm:pt>
    <dgm:pt modelId="{96576264-B1CD-4FE3-B8F8-6BC88A55084E}" type="pres">
      <dgm:prSet presAssocID="{12B6FC70-4DCA-41CB-B4AB-69A744C016C6}" presName="hierChild3" presStyleCnt="0"/>
      <dgm:spPr/>
    </dgm:pt>
    <dgm:pt modelId="{E4AFB435-13F5-433C-9EFE-977FD2283EAD}" type="pres">
      <dgm:prSet presAssocID="{12C0CF05-0B9A-4D2E-A51B-220B175F140F}" presName="Name19" presStyleLbl="parChTrans1D3" presStyleIdx="0" presStyleCnt="2"/>
      <dgm:spPr/>
    </dgm:pt>
    <dgm:pt modelId="{DD779C00-BABD-4D84-82FF-E9DE4E67439D}" type="pres">
      <dgm:prSet presAssocID="{9A31D35C-3561-4B1F-9732-EA6E28030C78}" presName="Name21" presStyleCnt="0"/>
      <dgm:spPr/>
    </dgm:pt>
    <dgm:pt modelId="{B14176C3-5E3A-4121-87A2-A9CEF86A627D}" type="pres">
      <dgm:prSet presAssocID="{9A31D35C-3561-4B1F-9732-EA6E28030C78}" presName="level2Shape" presStyleLbl="node3" presStyleIdx="0" presStyleCnt="2"/>
      <dgm:spPr/>
      <dgm:t>
        <a:bodyPr/>
        <a:lstStyle/>
        <a:p>
          <a:endParaRPr lang="zh-CN" altLang="en-US"/>
        </a:p>
      </dgm:t>
    </dgm:pt>
    <dgm:pt modelId="{D279B30B-C571-472C-B2FC-2C8044B543B4}" type="pres">
      <dgm:prSet presAssocID="{9A31D35C-3561-4B1F-9732-EA6E28030C78}" presName="hierChild3" presStyleCnt="0"/>
      <dgm:spPr/>
    </dgm:pt>
    <dgm:pt modelId="{FD4A655A-AC88-4095-B1F7-0914BF135BE9}" type="pres">
      <dgm:prSet presAssocID="{520606D0-74EE-487E-BE7B-BE411BECAB29}" presName="Name19" presStyleLbl="parChTrans1D4" presStyleIdx="0" presStyleCnt="3"/>
      <dgm:spPr/>
    </dgm:pt>
    <dgm:pt modelId="{6ADB6EE6-D74A-4AFF-9A7D-2686BE6A7F1D}" type="pres">
      <dgm:prSet presAssocID="{F6FDA6A1-EE3A-4333-8030-9BC69F6A0A63}" presName="Name21" presStyleCnt="0"/>
      <dgm:spPr/>
    </dgm:pt>
    <dgm:pt modelId="{2C447317-D849-4812-94B9-53A96738EEB5}" type="pres">
      <dgm:prSet presAssocID="{F6FDA6A1-EE3A-4333-8030-9BC69F6A0A63}" presName="level2Shape" presStyleLbl="node4" presStyleIdx="0" presStyleCnt="3"/>
      <dgm:spPr/>
    </dgm:pt>
    <dgm:pt modelId="{4B51FDB3-FD98-44EC-A09B-54739CE30FA4}" type="pres">
      <dgm:prSet presAssocID="{F6FDA6A1-EE3A-4333-8030-9BC69F6A0A63}" presName="hierChild3" presStyleCnt="0"/>
      <dgm:spPr/>
    </dgm:pt>
    <dgm:pt modelId="{84094D91-6F31-4654-B74E-64864FF53FF4}" type="pres">
      <dgm:prSet presAssocID="{2D524696-7121-4A97-8B07-8B1C6492638A}" presName="Name19" presStyleLbl="parChTrans1D4" presStyleIdx="1" presStyleCnt="3"/>
      <dgm:spPr/>
    </dgm:pt>
    <dgm:pt modelId="{721764CC-473C-4EB9-8261-8B3D129FD73A}" type="pres">
      <dgm:prSet presAssocID="{5D97FA8B-7E26-4EE9-929E-9D48D8D5B011}" presName="Name21" presStyleCnt="0"/>
      <dgm:spPr/>
    </dgm:pt>
    <dgm:pt modelId="{26F69FCF-640F-4F21-A3D7-977836777BC5}" type="pres">
      <dgm:prSet presAssocID="{5D97FA8B-7E26-4EE9-929E-9D48D8D5B011}" presName="level2Shape" presStyleLbl="node4" presStyleIdx="1" presStyleCnt="3"/>
      <dgm:spPr/>
      <dgm:t>
        <a:bodyPr/>
        <a:lstStyle/>
        <a:p>
          <a:endParaRPr lang="zh-CN" altLang="en-US"/>
        </a:p>
      </dgm:t>
    </dgm:pt>
    <dgm:pt modelId="{4A888F24-542D-4D48-BFEC-DAD9CEBA96CF}" type="pres">
      <dgm:prSet presAssocID="{5D97FA8B-7E26-4EE9-929E-9D48D8D5B011}" presName="hierChild3" presStyleCnt="0"/>
      <dgm:spPr/>
    </dgm:pt>
    <dgm:pt modelId="{82EBC7AA-9784-4752-8791-D5E2CD364152}" type="pres">
      <dgm:prSet presAssocID="{F4134BD2-D6C2-40A7-9595-650C3C58AFCB}" presName="Name19" presStyleLbl="parChTrans1D3" presStyleIdx="1" presStyleCnt="2"/>
      <dgm:spPr/>
    </dgm:pt>
    <dgm:pt modelId="{8FB191D4-62C0-470E-92D0-1D2D8BD56EF0}" type="pres">
      <dgm:prSet presAssocID="{EB2A875E-646E-4E3C-B352-85733BBE2F6A}" presName="Name21" presStyleCnt="0"/>
      <dgm:spPr/>
    </dgm:pt>
    <dgm:pt modelId="{BD6348E6-6D7A-492A-BFBB-12C0CD11FD19}" type="pres">
      <dgm:prSet presAssocID="{EB2A875E-646E-4E3C-B352-85733BBE2F6A}" presName="level2Shape" presStyleLbl="node3" presStyleIdx="1" presStyleCnt="2"/>
      <dgm:spPr/>
      <dgm:t>
        <a:bodyPr/>
        <a:lstStyle/>
        <a:p>
          <a:endParaRPr lang="zh-CN" altLang="en-US"/>
        </a:p>
      </dgm:t>
    </dgm:pt>
    <dgm:pt modelId="{CB3825D0-FBB8-4816-9606-B99EAED314ED}" type="pres">
      <dgm:prSet presAssocID="{EB2A875E-646E-4E3C-B352-85733BBE2F6A}" presName="hierChild3" presStyleCnt="0"/>
      <dgm:spPr/>
    </dgm:pt>
    <dgm:pt modelId="{BE010CF8-019E-482F-8286-4914B5EE9F28}" type="pres">
      <dgm:prSet presAssocID="{7A97D8F8-0FA6-4A1B-987C-7DBE0784E248}" presName="Name19" presStyleLbl="parChTrans1D4" presStyleIdx="2" presStyleCnt="3"/>
      <dgm:spPr/>
    </dgm:pt>
    <dgm:pt modelId="{CB224922-AA02-4A8A-8382-640C9E5F7A3F}" type="pres">
      <dgm:prSet presAssocID="{54707424-E356-471A-96FB-868294284666}" presName="Name21" presStyleCnt="0"/>
      <dgm:spPr/>
    </dgm:pt>
    <dgm:pt modelId="{24367E9F-E837-4B09-AF9A-13426DDB6DB1}" type="pres">
      <dgm:prSet presAssocID="{54707424-E356-471A-96FB-868294284666}" presName="level2Shape" presStyleLbl="node4" presStyleIdx="2" presStyleCnt="3"/>
      <dgm:spPr/>
      <dgm:t>
        <a:bodyPr/>
        <a:lstStyle/>
        <a:p>
          <a:endParaRPr lang="zh-CN" altLang="en-US"/>
        </a:p>
      </dgm:t>
    </dgm:pt>
    <dgm:pt modelId="{CD350F1D-2145-4C81-B90D-88C0B263C39F}" type="pres">
      <dgm:prSet presAssocID="{54707424-E356-471A-96FB-868294284666}" presName="hierChild3" presStyleCnt="0"/>
      <dgm:spPr/>
    </dgm:pt>
    <dgm:pt modelId="{C91EA20C-EF65-4C0D-8114-E75377CB2D18}" type="pres">
      <dgm:prSet presAssocID="{50419A1A-A0D6-4CFD-AD05-96DDDBF8CAE6}" presName="bgShapesFlow" presStyleCnt="0"/>
      <dgm:spPr/>
    </dgm:pt>
    <dgm:pt modelId="{5839C0F1-5BF3-4BFC-82E3-66B3553E4E2E}" type="pres">
      <dgm:prSet presAssocID="{5C6DD828-9B8B-42A9-B51C-FC67DA4B011D}" presName="rectComp" presStyleCnt="0"/>
      <dgm:spPr/>
    </dgm:pt>
    <dgm:pt modelId="{A35A4074-93E0-4A58-929F-FD1D277778A9}" type="pres">
      <dgm:prSet presAssocID="{5C6DD828-9B8B-42A9-B51C-FC67DA4B011D}" presName="bgRect" presStyleLbl="bgShp" presStyleIdx="0" presStyleCnt="4"/>
      <dgm:spPr/>
      <dgm:t>
        <a:bodyPr/>
        <a:lstStyle/>
        <a:p>
          <a:endParaRPr lang="zh-CN" altLang="en-US"/>
        </a:p>
      </dgm:t>
    </dgm:pt>
    <dgm:pt modelId="{9E4AD1D4-AFAC-451E-9773-8CD476D41640}" type="pres">
      <dgm:prSet presAssocID="{5C6DD828-9B8B-42A9-B51C-FC67DA4B011D}" presName="bgRectTx" presStyleLbl="bgShp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0E9D30C-0260-4FA1-A7FA-903252A19635}" type="pres">
      <dgm:prSet presAssocID="{5C6DD828-9B8B-42A9-B51C-FC67DA4B011D}" presName="spComp" presStyleCnt="0"/>
      <dgm:spPr/>
    </dgm:pt>
    <dgm:pt modelId="{2A90344F-8A17-40E7-8A3F-80F9196E1E76}" type="pres">
      <dgm:prSet presAssocID="{5C6DD828-9B8B-42A9-B51C-FC67DA4B011D}" presName="vSp" presStyleCnt="0"/>
      <dgm:spPr/>
    </dgm:pt>
    <dgm:pt modelId="{C4EF4C97-B04E-4F0D-A643-E97D9E537C51}" type="pres">
      <dgm:prSet presAssocID="{4091977F-484C-4628-A8C0-921E864A815E}" presName="rectComp" presStyleCnt="0"/>
      <dgm:spPr/>
    </dgm:pt>
    <dgm:pt modelId="{490FAE3D-90A2-4F3A-856D-7463959F87DA}" type="pres">
      <dgm:prSet presAssocID="{4091977F-484C-4628-A8C0-921E864A815E}" presName="bgRect" presStyleLbl="bgShp" presStyleIdx="1" presStyleCnt="4"/>
      <dgm:spPr/>
      <dgm:t>
        <a:bodyPr/>
        <a:lstStyle/>
        <a:p>
          <a:endParaRPr lang="zh-CN" altLang="en-US"/>
        </a:p>
      </dgm:t>
    </dgm:pt>
    <dgm:pt modelId="{2E99CE54-E671-48C2-AA0B-FC3C6C9067CE}" type="pres">
      <dgm:prSet presAssocID="{4091977F-484C-4628-A8C0-921E864A815E}" presName="bgRectTx" presStyleLbl="bgShp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9C4662F-918C-4DD8-BD7B-F000CEE39360}" type="pres">
      <dgm:prSet presAssocID="{4091977F-484C-4628-A8C0-921E864A815E}" presName="spComp" presStyleCnt="0"/>
      <dgm:spPr/>
    </dgm:pt>
    <dgm:pt modelId="{40194FE5-A62A-427C-8DF6-BF1928B3FC7A}" type="pres">
      <dgm:prSet presAssocID="{4091977F-484C-4628-A8C0-921E864A815E}" presName="vSp" presStyleCnt="0"/>
      <dgm:spPr/>
    </dgm:pt>
    <dgm:pt modelId="{823F6663-0F2A-436F-8556-2B9CF75852A6}" type="pres">
      <dgm:prSet presAssocID="{B257E8CC-5D3E-4C1E-BBD7-2580CB72838B}" presName="rectComp" presStyleCnt="0"/>
      <dgm:spPr/>
    </dgm:pt>
    <dgm:pt modelId="{5EED2A57-3285-4949-A747-B62F35F9F7BF}" type="pres">
      <dgm:prSet presAssocID="{B257E8CC-5D3E-4C1E-BBD7-2580CB72838B}" presName="bgRect" presStyleLbl="bgShp" presStyleIdx="2" presStyleCnt="4"/>
      <dgm:spPr/>
    </dgm:pt>
    <dgm:pt modelId="{80D6034A-4D1B-4544-81F2-E07BB4347E81}" type="pres">
      <dgm:prSet presAssocID="{B257E8CC-5D3E-4C1E-BBD7-2580CB72838B}" presName="bgRectTx" presStyleLbl="bgShp" presStyleIdx="2" presStyleCnt="4">
        <dgm:presLayoutVars>
          <dgm:bulletEnabled val="1"/>
        </dgm:presLayoutVars>
      </dgm:prSet>
      <dgm:spPr/>
    </dgm:pt>
    <dgm:pt modelId="{89BB4EB0-D369-4906-915B-E12D9859BAAC}" type="pres">
      <dgm:prSet presAssocID="{B257E8CC-5D3E-4C1E-BBD7-2580CB72838B}" presName="spComp" presStyleCnt="0"/>
      <dgm:spPr/>
    </dgm:pt>
    <dgm:pt modelId="{1EFD1561-3E34-4AFB-AD37-78FDAB579F69}" type="pres">
      <dgm:prSet presAssocID="{B257E8CC-5D3E-4C1E-BBD7-2580CB72838B}" presName="vSp" presStyleCnt="0"/>
      <dgm:spPr/>
    </dgm:pt>
    <dgm:pt modelId="{A7BC566D-8A98-4106-BFBC-DDF721FF075C}" type="pres">
      <dgm:prSet presAssocID="{30BC855C-6257-4AB0-915B-E4CA4F0BED85}" presName="rectComp" presStyleCnt="0"/>
      <dgm:spPr/>
    </dgm:pt>
    <dgm:pt modelId="{6C510546-32EC-4E07-98D1-47DB68ADDF52}" type="pres">
      <dgm:prSet presAssocID="{30BC855C-6257-4AB0-915B-E4CA4F0BED85}" presName="bgRect" presStyleLbl="bgShp" presStyleIdx="3" presStyleCnt="4"/>
      <dgm:spPr/>
    </dgm:pt>
    <dgm:pt modelId="{5E78534F-C0EE-4564-8578-E8781C086E01}" type="pres">
      <dgm:prSet presAssocID="{30BC855C-6257-4AB0-915B-E4CA4F0BED85}" presName="bgRectTx" presStyleLbl="bgShp" presStyleIdx="3" presStyleCnt="4">
        <dgm:presLayoutVars>
          <dgm:bulletEnabled val="1"/>
        </dgm:presLayoutVars>
      </dgm:prSet>
      <dgm:spPr/>
    </dgm:pt>
  </dgm:ptLst>
  <dgm:cxnLst>
    <dgm:cxn modelId="{5666D106-E0C6-4347-9412-F150A137978E}" type="presOf" srcId="{5D97FA8B-7E26-4EE9-929E-9D48D8D5B011}" destId="{26F69FCF-640F-4F21-A3D7-977836777BC5}" srcOrd="0" destOrd="0" presId="urn:microsoft.com/office/officeart/2005/8/layout/hierarchy6"/>
    <dgm:cxn modelId="{8C779D6B-672E-4BA0-8487-17B4A75934AD}" type="presOf" srcId="{4D55CB63-4A67-4928-86DB-06827709A746}" destId="{6ED9008B-0307-48BC-8FD2-8EE16BAB2567}" srcOrd="0" destOrd="0" presId="urn:microsoft.com/office/officeart/2005/8/layout/hierarchy6"/>
    <dgm:cxn modelId="{BA7C0376-67C0-4E1F-B645-84EFA2C9E25C}" type="presOf" srcId="{4091977F-484C-4628-A8C0-921E864A815E}" destId="{490FAE3D-90A2-4F3A-856D-7463959F87DA}" srcOrd="0" destOrd="0" presId="urn:microsoft.com/office/officeart/2005/8/layout/hierarchy6"/>
    <dgm:cxn modelId="{C01E9A74-3179-4C34-9300-A7F4A6B85270}" type="presOf" srcId="{EB2A875E-646E-4E3C-B352-85733BBE2F6A}" destId="{BD6348E6-6D7A-492A-BFBB-12C0CD11FD19}" srcOrd="0" destOrd="0" presId="urn:microsoft.com/office/officeart/2005/8/layout/hierarchy6"/>
    <dgm:cxn modelId="{7B2978A0-1217-4A8A-B475-140AB1806D82}" srcId="{9A31D35C-3561-4B1F-9732-EA6E28030C78}" destId="{5D97FA8B-7E26-4EE9-929E-9D48D8D5B011}" srcOrd="1" destOrd="0" parTransId="{2D524696-7121-4A97-8B07-8B1C6492638A}" sibTransId="{A3EEE2F6-6AD2-40A4-B14F-21928FB7283F}"/>
    <dgm:cxn modelId="{A6819E1A-B54E-4A70-A24E-C1397A8757BF}" type="presOf" srcId="{4091977F-484C-4628-A8C0-921E864A815E}" destId="{2E99CE54-E671-48C2-AA0B-FC3C6C9067CE}" srcOrd="1" destOrd="0" presId="urn:microsoft.com/office/officeart/2005/8/layout/hierarchy6"/>
    <dgm:cxn modelId="{63EECC5E-5466-4AD0-BD81-E509086A9EB1}" type="presOf" srcId="{5C6DD828-9B8B-42A9-B51C-FC67DA4B011D}" destId="{9E4AD1D4-AFAC-451E-9773-8CD476D41640}" srcOrd="1" destOrd="0" presId="urn:microsoft.com/office/officeart/2005/8/layout/hierarchy6"/>
    <dgm:cxn modelId="{6A1B2C90-2C85-4734-8274-BD8D789DB84A}" type="presOf" srcId="{7A97D8F8-0FA6-4A1B-987C-7DBE0784E248}" destId="{BE010CF8-019E-482F-8286-4914B5EE9F28}" srcOrd="0" destOrd="0" presId="urn:microsoft.com/office/officeart/2005/8/layout/hierarchy6"/>
    <dgm:cxn modelId="{308EF316-0053-4032-BA5B-0B90CE09EA05}" type="presOf" srcId="{B257E8CC-5D3E-4C1E-BBD7-2580CB72838B}" destId="{5EED2A57-3285-4949-A747-B62F35F9F7BF}" srcOrd="0" destOrd="0" presId="urn:microsoft.com/office/officeart/2005/8/layout/hierarchy6"/>
    <dgm:cxn modelId="{52AC7FEE-7373-4190-9ABC-F547ECCD0F7A}" srcId="{50419A1A-A0D6-4CFD-AD05-96DDDBF8CAE6}" destId="{B257E8CC-5D3E-4C1E-BBD7-2580CB72838B}" srcOrd="3" destOrd="0" parTransId="{2FF39208-72B4-4BF8-8424-7DEB37C9879F}" sibTransId="{1E3BC9AA-FC5F-4448-82AF-A8A61A086FF1}"/>
    <dgm:cxn modelId="{BE3BF888-57C6-44DD-A28F-D0CC7599A955}" type="presOf" srcId="{9A31D35C-3561-4B1F-9732-EA6E28030C78}" destId="{B14176C3-5E3A-4121-87A2-A9CEF86A627D}" srcOrd="0" destOrd="0" presId="urn:microsoft.com/office/officeart/2005/8/layout/hierarchy6"/>
    <dgm:cxn modelId="{A9B52609-114F-4541-B01D-DA873A06A5BD}" type="presOf" srcId="{F4134BD2-D6C2-40A7-9595-650C3C58AFCB}" destId="{82EBC7AA-9784-4752-8791-D5E2CD364152}" srcOrd="0" destOrd="0" presId="urn:microsoft.com/office/officeart/2005/8/layout/hierarchy6"/>
    <dgm:cxn modelId="{E3D93208-35F3-4F4A-82FA-3A863946A081}" srcId="{9A31D35C-3561-4B1F-9732-EA6E28030C78}" destId="{F6FDA6A1-EE3A-4333-8030-9BC69F6A0A63}" srcOrd="0" destOrd="0" parTransId="{520606D0-74EE-487E-BE7B-BE411BECAB29}" sibTransId="{CB7BBEA8-8F20-48E6-A552-7B30D14C04CD}"/>
    <dgm:cxn modelId="{D081FD69-E583-4089-BBC0-12D5595E9DD9}" srcId="{EB2A875E-646E-4E3C-B352-85733BBE2F6A}" destId="{54707424-E356-471A-96FB-868294284666}" srcOrd="0" destOrd="0" parTransId="{7A97D8F8-0FA6-4A1B-987C-7DBE0784E248}" sibTransId="{A78040CD-A7D5-4D75-A135-C29A0D7A61B7}"/>
    <dgm:cxn modelId="{A1CEBF85-D5A0-4192-87BC-34ABD1FB6A93}" srcId="{12B6FC70-4DCA-41CB-B4AB-69A744C016C6}" destId="{9A31D35C-3561-4B1F-9732-EA6E28030C78}" srcOrd="0" destOrd="0" parTransId="{12C0CF05-0B9A-4D2E-A51B-220B175F140F}" sibTransId="{6AB36577-FB70-411F-A4C0-102E8A2B373E}"/>
    <dgm:cxn modelId="{570F724E-04E3-4E77-9387-E4471C7CE252}" type="presOf" srcId="{54707424-E356-471A-96FB-868294284666}" destId="{24367E9F-E837-4B09-AF9A-13426DDB6DB1}" srcOrd="0" destOrd="0" presId="urn:microsoft.com/office/officeart/2005/8/layout/hierarchy6"/>
    <dgm:cxn modelId="{2DFE7EE9-2453-44D3-B01E-5171F0200813}" type="presOf" srcId="{B257E8CC-5D3E-4C1E-BBD7-2580CB72838B}" destId="{80D6034A-4D1B-4544-81F2-E07BB4347E81}" srcOrd="1" destOrd="0" presId="urn:microsoft.com/office/officeart/2005/8/layout/hierarchy6"/>
    <dgm:cxn modelId="{E7ACFC74-CA36-4BB3-9545-C240BDE701DF}" type="presOf" srcId="{5C6DD828-9B8B-42A9-B51C-FC67DA4B011D}" destId="{A35A4074-93E0-4A58-929F-FD1D277778A9}" srcOrd="0" destOrd="0" presId="urn:microsoft.com/office/officeart/2005/8/layout/hierarchy6"/>
    <dgm:cxn modelId="{FA7DA306-1577-4A99-A5B0-320A1F62BCC6}" type="presOf" srcId="{4F0407D5-98B3-409A-8225-4EA476416079}" destId="{528C018A-7AE6-4BB8-B732-3636A53D7B55}" srcOrd="0" destOrd="0" presId="urn:microsoft.com/office/officeart/2005/8/layout/hierarchy6"/>
    <dgm:cxn modelId="{09F1FCCA-9614-4051-A993-F6E5FEE58D76}" type="presOf" srcId="{30BC855C-6257-4AB0-915B-E4CA4F0BED85}" destId="{5E78534F-C0EE-4564-8578-E8781C086E01}" srcOrd="1" destOrd="0" presId="urn:microsoft.com/office/officeart/2005/8/layout/hierarchy6"/>
    <dgm:cxn modelId="{E865A7B1-5EE5-4155-9DAC-D6DB872F7840}" srcId="{12B6FC70-4DCA-41CB-B4AB-69A744C016C6}" destId="{EB2A875E-646E-4E3C-B352-85733BBE2F6A}" srcOrd="1" destOrd="0" parTransId="{F4134BD2-D6C2-40A7-9595-650C3C58AFCB}" sibTransId="{65FCCD23-C7C6-4ABC-87CE-6CED77B793CF}"/>
    <dgm:cxn modelId="{6138ADB4-F945-4D6E-89B6-A8C9E55F1060}" type="presOf" srcId="{12B6FC70-4DCA-41CB-B4AB-69A744C016C6}" destId="{8423DA88-EDC5-49A5-9DB3-A003E22C8AE6}" srcOrd="0" destOrd="0" presId="urn:microsoft.com/office/officeart/2005/8/layout/hierarchy6"/>
    <dgm:cxn modelId="{C93C2023-6136-452D-8C81-D7922A664161}" srcId="{4F0407D5-98B3-409A-8225-4EA476416079}" destId="{12B6FC70-4DCA-41CB-B4AB-69A744C016C6}" srcOrd="0" destOrd="0" parTransId="{4D55CB63-4A67-4928-86DB-06827709A746}" sibTransId="{267304DC-E7FA-4671-AFA0-6041259408B9}"/>
    <dgm:cxn modelId="{E7D0F4C8-F7AE-40D4-B5D5-D6ACD0CC568E}" srcId="{50419A1A-A0D6-4CFD-AD05-96DDDBF8CAE6}" destId="{4091977F-484C-4628-A8C0-921E864A815E}" srcOrd="2" destOrd="0" parTransId="{433E1E7C-5092-4BE2-AF12-9BAF7043AAEF}" sibTransId="{1423BD1E-B568-4809-901A-3116381840EE}"/>
    <dgm:cxn modelId="{CA9B9C0A-50B3-4400-9CC0-C29F9E002D21}" type="presOf" srcId="{12C0CF05-0B9A-4D2E-A51B-220B175F140F}" destId="{E4AFB435-13F5-433C-9EFE-977FD2283EAD}" srcOrd="0" destOrd="0" presId="urn:microsoft.com/office/officeart/2005/8/layout/hierarchy6"/>
    <dgm:cxn modelId="{CFA4EE34-B3CB-45DA-A1A8-9050FF4FD432}" type="presOf" srcId="{F6FDA6A1-EE3A-4333-8030-9BC69F6A0A63}" destId="{2C447317-D849-4812-94B9-53A96738EEB5}" srcOrd="0" destOrd="0" presId="urn:microsoft.com/office/officeart/2005/8/layout/hierarchy6"/>
    <dgm:cxn modelId="{A929EFA1-4E93-43DE-80D5-44D6969C153C}" srcId="{50419A1A-A0D6-4CFD-AD05-96DDDBF8CAE6}" destId="{5C6DD828-9B8B-42A9-B51C-FC67DA4B011D}" srcOrd="1" destOrd="0" parTransId="{396B92D4-18D3-419D-A37C-7ACEB4479839}" sibTransId="{3226803F-6DF8-4353-9E77-FFB5DD78F155}"/>
    <dgm:cxn modelId="{5EDA4508-E491-4B26-BA38-A79F1FF0F73C}" type="presOf" srcId="{50419A1A-A0D6-4CFD-AD05-96DDDBF8CAE6}" destId="{2D7E84C1-CA45-4B30-8D63-535FAA7F6752}" srcOrd="0" destOrd="0" presId="urn:microsoft.com/office/officeart/2005/8/layout/hierarchy6"/>
    <dgm:cxn modelId="{5286F915-CA61-4D2E-A94C-11332B00704C}" srcId="{50419A1A-A0D6-4CFD-AD05-96DDDBF8CAE6}" destId="{4F0407D5-98B3-409A-8225-4EA476416079}" srcOrd="0" destOrd="0" parTransId="{15EE785A-2469-4BDB-B7C5-53E634FDC8A9}" sibTransId="{67328A41-A9FD-40EF-BB58-C4E0A9492D99}"/>
    <dgm:cxn modelId="{F0451815-11EF-4660-BF75-193A6D5A723A}" type="presOf" srcId="{30BC855C-6257-4AB0-915B-E4CA4F0BED85}" destId="{6C510546-32EC-4E07-98D1-47DB68ADDF52}" srcOrd="0" destOrd="0" presId="urn:microsoft.com/office/officeart/2005/8/layout/hierarchy6"/>
    <dgm:cxn modelId="{71AE1B19-DF63-4807-A997-FE3EEBF3842F}" srcId="{50419A1A-A0D6-4CFD-AD05-96DDDBF8CAE6}" destId="{30BC855C-6257-4AB0-915B-E4CA4F0BED85}" srcOrd="4" destOrd="0" parTransId="{201C01D2-F229-45F4-B559-0CB6B9D454AF}" sibTransId="{47719D84-745C-47E9-8468-C1F09C8A8CE5}"/>
    <dgm:cxn modelId="{3817A5CD-FC4C-4BBB-8BBB-855282BEF0A8}" type="presOf" srcId="{2D524696-7121-4A97-8B07-8B1C6492638A}" destId="{84094D91-6F31-4654-B74E-64864FF53FF4}" srcOrd="0" destOrd="0" presId="urn:microsoft.com/office/officeart/2005/8/layout/hierarchy6"/>
    <dgm:cxn modelId="{D704C8E3-4CF5-471D-A40B-38669CC52CD6}" type="presOf" srcId="{520606D0-74EE-487E-BE7B-BE411BECAB29}" destId="{FD4A655A-AC88-4095-B1F7-0914BF135BE9}" srcOrd="0" destOrd="0" presId="urn:microsoft.com/office/officeart/2005/8/layout/hierarchy6"/>
    <dgm:cxn modelId="{5806EEE8-F99C-493F-90B0-ADD426C556A5}" type="presParOf" srcId="{2D7E84C1-CA45-4B30-8D63-535FAA7F6752}" destId="{4D0F7945-6471-4CE2-989D-AFF230F69AD7}" srcOrd="0" destOrd="0" presId="urn:microsoft.com/office/officeart/2005/8/layout/hierarchy6"/>
    <dgm:cxn modelId="{ECAFB7F5-CF37-4C51-AD9C-1CE29FF51DB2}" type="presParOf" srcId="{4D0F7945-6471-4CE2-989D-AFF230F69AD7}" destId="{45303C0D-54F7-4B50-99B6-7CBD7DAA70A6}" srcOrd="0" destOrd="0" presId="urn:microsoft.com/office/officeart/2005/8/layout/hierarchy6"/>
    <dgm:cxn modelId="{A2778598-2059-4435-A1DD-1CDDD90E459D}" type="presParOf" srcId="{4D0F7945-6471-4CE2-989D-AFF230F69AD7}" destId="{69A49989-64BA-488C-92EE-4F433C8EC031}" srcOrd="1" destOrd="0" presId="urn:microsoft.com/office/officeart/2005/8/layout/hierarchy6"/>
    <dgm:cxn modelId="{EF4808FF-E23E-4E43-9D6E-1557A8D558F0}" type="presParOf" srcId="{69A49989-64BA-488C-92EE-4F433C8EC031}" destId="{A0288FFF-1635-4B93-BA96-A80EFEBA5507}" srcOrd="0" destOrd="0" presId="urn:microsoft.com/office/officeart/2005/8/layout/hierarchy6"/>
    <dgm:cxn modelId="{384FE371-AA32-45AE-977D-712E8EFB7400}" type="presParOf" srcId="{A0288FFF-1635-4B93-BA96-A80EFEBA5507}" destId="{528C018A-7AE6-4BB8-B732-3636A53D7B55}" srcOrd="0" destOrd="0" presId="urn:microsoft.com/office/officeart/2005/8/layout/hierarchy6"/>
    <dgm:cxn modelId="{5351880C-7919-4D99-82A5-E6B71A544B48}" type="presParOf" srcId="{A0288FFF-1635-4B93-BA96-A80EFEBA5507}" destId="{65695834-C465-4B83-91DD-468669717FC0}" srcOrd="1" destOrd="0" presId="urn:microsoft.com/office/officeart/2005/8/layout/hierarchy6"/>
    <dgm:cxn modelId="{E3104634-76B8-47E2-AEC9-49FFFE7ACB09}" type="presParOf" srcId="{65695834-C465-4B83-91DD-468669717FC0}" destId="{6ED9008B-0307-48BC-8FD2-8EE16BAB2567}" srcOrd="0" destOrd="0" presId="urn:microsoft.com/office/officeart/2005/8/layout/hierarchy6"/>
    <dgm:cxn modelId="{FFE4858F-45D9-4F24-8426-3699A674EF55}" type="presParOf" srcId="{65695834-C465-4B83-91DD-468669717FC0}" destId="{99A248D1-F80A-4121-B7E3-B010E0FD4186}" srcOrd="1" destOrd="0" presId="urn:microsoft.com/office/officeart/2005/8/layout/hierarchy6"/>
    <dgm:cxn modelId="{AC2E2B0D-E1C4-4F1B-AC76-7A897E720D3E}" type="presParOf" srcId="{99A248D1-F80A-4121-B7E3-B010E0FD4186}" destId="{8423DA88-EDC5-49A5-9DB3-A003E22C8AE6}" srcOrd="0" destOrd="0" presId="urn:microsoft.com/office/officeart/2005/8/layout/hierarchy6"/>
    <dgm:cxn modelId="{5248840C-E994-423D-942B-B297D2BA2C4F}" type="presParOf" srcId="{99A248D1-F80A-4121-B7E3-B010E0FD4186}" destId="{96576264-B1CD-4FE3-B8F8-6BC88A55084E}" srcOrd="1" destOrd="0" presId="urn:microsoft.com/office/officeart/2005/8/layout/hierarchy6"/>
    <dgm:cxn modelId="{C5312739-4BB8-4567-A2F0-6D28D305BF9B}" type="presParOf" srcId="{96576264-B1CD-4FE3-B8F8-6BC88A55084E}" destId="{E4AFB435-13F5-433C-9EFE-977FD2283EAD}" srcOrd="0" destOrd="0" presId="urn:microsoft.com/office/officeart/2005/8/layout/hierarchy6"/>
    <dgm:cxn modelId="{654867BC-D986-4AE3-81BD-DCBCC4FBB990}" type="presParOf" srcId="{96576264-B1CD-4FE3-B8F8-6BC88A55084E}" destId="{DD779C00-BABD-4D84-82FF-E9DE4E67439D}" srcOrd="1" destOrd="0" presId="urn:microsoft.com/office/officeart/2005/8/layout/hierarchy6"/>
    <dgm:cxn modelId="{9EDDB635-1FF6-4DE5-A310-58EB7BA09E29}" type="presParOf" srcId="{DD779C00-BABD-4D84-82FF-E9DE4E67439D}" destId="{B14176C3-5E3A-4121-87A2-A9CEF86A627D}" srcOrd="0" destOrd="0" presId="urn:microsoft.com/office/officeart/2005/8/layout/hierarchy6"/>
    <dgm:cxn modelId="{81BDC430-6BF0-4168-A3B9-C5DB614A8101}" type="presParOf" srcId="{DD779C00-BABD-4D84-82FF-E9DE4E67439D}" destId="{D279B30B-C571-472C-B2FC-2C8044B543B4}" srcOrd="1" destOrd="0" presId="urn:microsoft.com/office/officeart/2005/8/layout/hierarchy6"/>
    <dgm:cxn modelId="{65D16363-99AC-4F3D-9A0B-0703130F041B}" type="presParOf" srcId="{D279B30B-C571-472C-B2FC-2C8044B543B4}" destId="{FD4A655A-AC88-4095-B1F7-0914BF135BE9}" srcOrd="0" destOrd="0" presId="urn:microsoft.com/office/officeart/2005/8/layout/hierarchy6"/>
    <dgm:cxn modelId="{E7F63F29-4DB3-4723-8E06-2ADE0775C433}" type="presParOf" srcId="{D279B30B-C571-472C-B2FC-2C8044B543B4}" destId="{6ADB6EE6-D74A-4AFF-9A7D-2686BE6A7F1D}" srcOrd="1" destOrd="0" presId="urn:microsoft.com/office/officeart/2005/8/layout/hierarchy6"/>
    <dgm:cxn modelId="{18912A6B-0B8E-4437-87D4-68BE63651A80}" type="presParOf" srcId="{6ADB6EE6-D74A-4AFF-9A7D-2686BE6A7F1D}" destId="{2C447317-D849-4812-94B9-53A96738EEB5}" srcOrd="0" destOrd="0" presId="urn:microsoft.com/office/officeart/2005/8/layout/hierarchy6"/>
    <dgm:cxn modelId="{5FFB905C-D825-4FD9-A8AE-BC355BB26BDA}" type="presParOf" srcId="{6ADB6EE6-D74A-4AFF-9A7D-2686BE6A7F1D}" destId="{4B51FDB3-FD98-44EC-A09B-54739CE30FA4}" srcOrd="1" destOrd="0" presId="urn:microsoft.com/office/officeart/2005/8/layout/hierarchy6"/>
    <dgm:cxn modelId="{6C4567DA-84E9-465F-A0A4-8E276C005895}" type="presParOf" srcId="{D279B30B-C571-472C-B2FC-2C8044B543B4}" destId="{84094D91-6F31-4654-B74E-64864FF53FF4}" srcOrd="2" destOrd="0" presId="urn:microsoft.com/office/officeart/2005/8/layout/hierarchy6"/>
    <dgm:cxn modelId="{E9420614-8CF0-426B-934D-282AC312E675}" type="presParOf" srcId="{D279B30B-C571-472C-B2FC-2C8044B543B4}" destId="{721764CC-473C-4EB9-8261-8B3D129FD73A}" srcOrd="3" destOrd="0" presId="urn:microsoft.com/office/officeart/2005/8/layout/hierarchy6"/>
    <dgm:cxn modelId="{C7D08737-1625-4728-9DF1-35991BCDD307}" type="presParOf" srcId="{721764CC-473C-4EB9-8261-8B3D129FD73A}" destId="{26F69FCF-640F-4F21-A3D7-977836777BC5}" srcOrd="0" destOrd="0" presId="urn:microsoft.com/office/officeart/2005/8/layout/hierarchy6"/>
    <dgm:cxn modelId="{282BB8A4-7518-4307-A33C-EC0864086BE0}" type="presParOf" srcId="{721764CC-473C-4EB9-8261-8B3D129FD73A}" destId="{4A888F24-542D-4D48-BFEC-DAD9CEBA96CF}" srcOrd="1" destOrd="0" presId="urn:microsoft.com/office/officeart/2005/8/layout/hierarchy6"/>
    <dgm:cxn modelId="{6356481A-909B-4B6D-9046-D9E36D16BAC2}" type="presParOf" srcId="{96576264-B1CD-4FE3-B8F8-6BC88A55084E}" destId="{82EBC7AA-9784-4752-8791-D5E2CD364152}" srcOrd="2" destOrd="0" presId="urn:microsoft.com/office/officeart/2005/8/layout/hierarchy6"/>
    <dgm:cxn modelId="{9D46738C-D7D5-4BF5-9A2D-38D14EF48D55}" type="presParOf" srcId="{96576264-B1CD-4FE3-B8F8-6BC88A55084E}" destId="{8FB191D4-62C0-470E-92D0-1D2D8BD56EF0}" srcOrd="3" destOrd="0" presId="urn:microsoft.com/office/officeart/2005/8/layout/hierarchy6"/>
    <dgm:cxn modelId="{E4E834BB-2866-4ED7-8082-E71A74A23856}" type="presParOf" srcId="{8FB191D4-62C0-470E-92D0-1D2D8BD56EF0}" destId="{BD6348E6-6D7A-492A-BFBB-12C0CD11FD19}" srcOrd="0" destOrd="0" presId="urn:microsoft.com/office/officeart/2005/8/layout/hierarchy6"/>
    <dgm:cxn modelId="{C8E70A1B-E7BE-481C-8E5D-A6FB3A870DC0}" type="presParOf" srcId="{8FB191D4-62C0-470E-92D0-1D2D8BD56EF0}" destId="{CB3825D0-FBB8-4816-9606-B99EAED314ED}" srcOrd="1" destOrd="0" presId="urn:microsoft.com/office/officeart/2005/8/layout/hierarchy6"/>
    <dgm:cxn modelId="{9F775395-F887-483A-8742-D778553A0A4F}" type="presParOf" srcId="{CB3825D0-FBB8-4816-9606-B99EAED314ED}" destId="{BE010CF8-019E-482F-8286-4914B5EE9F28}" srcOrd="0" destOrd="0" presId="urn:microsoft.com/office/officeart/2005/8/layout/hierarchy6"/>
    <dgm:cxn modelId="{719DF6DD-D504-4A53-B6DB-9FA53250632D}" type="presParOf" srcId="{CB3825D0-FBB8-4816-9606-B99EAED314ED}" destId="{CB224922-AA02-4A8A-8382-640C9E5F7A3F}" srcOrd="1" destOrd="0" presId="urn:microsoft.com/office/officeart/2005/8/layout/hierarchy6"/>
    <dgm:cxn modelId="{7F9C8FFA-69C5-44A7-8D31-818440C74CE9}" type="presParOf" srcId="{CB224922-AA02-4A8A-8382-640C9E5F7A3F}" destId="{24367E9F-E837-4B09-AF9A-13426DDB6DB1}" srcOrd="0" destOrd="0" presId="urn:microsoft.com/office/officeart/2005/8/layout/hierarchy6"/>
    <dgm:cxn modelId="{C952F437-D170-445F-B5BF-DA25DA4B35E5}" type="presParOf" srcId="{CB224922-AA02-4A8A-8382-640C9E5F7A3F}" destId="{CD350F1D-2145-4C81-B90D-88C0B263C39F}" srcOrd="1" destOrd="0" presId="urn:microsoft.com/office/officeart/2005/8/layout/hierarchy6"/>
    <dgm:cxn modelId="{82813CC7-C86D-4A40-8432-4F1C03CC4C30}" type="presParOf" srcId="{2D7E84C1-CA45-4B30-8D63-535FAA7F6752}" destId="{C91EA20C-EF65-4C0D-8114-E75377CB2D18}" srcOrd="1" destOrd="0" presId="urn:microsoft.com/office/officeart/2005/8/layout/hierarchy6"/>
    <dgm:cxn modelId="{23A6FB15-0F75-42BE-A68B-C074DD119C93}" type="presParOf" srcId="{C91EA20C-EF65-4C0D-8114-E75377CB2D18}" destId="{5839C0F1-5BF3-4BFC-82E3-66B3553E4E2E}" srcOrd="0" destOrd="0" presId="urn:microsoft.com/office/officeart/2005/8/layout/hierarchy6"/>
    <dgm:cxn modelId="{00EAEC4C-282F-440C-98FF-9C62C7A43676}" type="presParOf" srcId="{5839C0F1-5BF3-4BFC-82E3-66B3553E4E2E}" destId="{A35A4074-93E0-4A58-929F-FD1D277778A9}" srcOrd="0" destOrd="0" presId="urn:microsoft.com/office/officeart/2005/8/layout/hierarchy6"/>
    <dgm:cxn modelId="{5518156E-244E-4896-B93A-BA801A47C225}" type="presParOf" srcId="{5839C0F1-5BF3-4BFC-82E3-66B3553E4E2E}" destId="{9E4AD1D4-AFAC-451E-9773-8CD476D41640}" srcOrd="1" destOrd="0" presId="urn:microsoft.com/office/officeart/2005/8/layout/hierarchy6"/>
    <dgm:cxn modelId="{487191FA-B074-4F02-B409-B943FA20D8EC}" type="presParOf" srcId="{C91EA20C-EF65-4C0D-8114-E75377CB2D18}" destId="{20E9D30C-0260-4FA1-A7FA-903252A19635}" srcOrd="1" destOrd="0" presId="urn:microsoft.com/office/officeart/2005/8/layout/hierarchy6"/>
    <dgm:cxn modelId="{E8AAFF7E-E048-43B7-B2F5-B9BEDD00F549}" type="presParOf" srcId="{20E9D30C-0260-4FA1-A7FA-903252A19635}" destId="{2A90344F-8A17-40E7-8A3F-80F9196E1E76}" srcOrd="0" destOrd="0" presId="urn:microsoft.com/office/officeart/2005/8/layout/hierarchy6"/>
    <dgm:cxn modelId="{9EC30A8E-E7D6-4071-95DA-E16063D5755D}" type="presParOf" srcId="{C91EA20C-EF65-4C0D-8114-E75377CB2D18}" destId="{C4EF4C97-B04E-4F0D-A643-E97D9E537C51}" srcOrd="2" destOrd="0" presId="urn:microsoft.com/office/officeart/2005/8/layout/hierarchy6"/>
    <dgm:cxn modelId="{31FDDFAB-F83C-4F1F-9D7D-CFA283BD6D70}" type="presParOf" srcId="{C4EF4C97-B04E-4F0D-A643-E97D9E537C51}" destId="{490FAE3D-90A2-4F3A-856D-7463959F87DA}" srcOrd="0" destOrd="0" presId="urn:microsoft.com/office/officeart/2005/8/layout/hierarchy6"/>
    <dgm:cxn modelId="{F6A89C74-3AA3-4A67-B83A-1DD3A90B95AE}" type="presParOf" srcId="{C4EF4C97-B04E-4F0D-A643-E97D9E537C51}" destId="{2E99CE54-E671-48C2-AA0B-FC3C6C9067CE}" srcOrd="1" destOrd="0" presId="urn:microsoft.com/office/officeart/2005/8/layout/hierarchy6"/>
    <dgm:cxn modelId="{68F4A48C-8610-4E17-ADD7-AF37B20102AB}" type="presParOf" srcId="{C91EA20C-EF65-4C0D-8114-E75377CB2D18}" destId="{89C4662F-918C-4DD8-BD7B-F000CEE39360}" srcOrd="3" destOrd="0" presId="urn:microsoft.com/office/officeart/2005/8/layout/hierarchy6"/>
    <dgm:cxn modelId="{B0506779-98D7-4E65-A993-E1CC66B662AB}" type="presParOf" srcId="{89C4662F-918C-4DD8-BD7B-F000CEE39360}" destId="{40194FE5-A62A-427C-8DF6-BF1928B3FC7A}" srcOrd="0" destOrd="0" presId="urn:microsoft.com/office/officeart/2005/8/layout/hierarchy6"/>
    <dgm:cxn modelId="{62221F1D-D9BF-4103-811A-B3B6F7786064}" type="presParOf" srcId="{C91EA20C-EF65-4C0D-8114-E75377CB2D18}" destId="{823F6663-0F2A-436F-8556-2B9CF75852A6}" srcOrd="4" destOrd="0" presId="urn:microsoft.com/office/officeart/2005/8/layout/hierarchy6"/>
    <dgm:cxn modelId="{637A3BD1-55E7-488E-BC88-8AC1C21E03BC}" type="presParOf" srcId="{823F6663-0F2A-436F-8556-2B9CF75852A6}" destId="{5EED2A57-3285-4949-A747-B62F35F9F7BF}" srcOrd="0" destOrd="0" presId="urn:microsoft.com/office/officeart/2005/8/layout/hierarchy6"/>
    <dgm:cxn modelId="{0730D331-AF1F-499C-AD5B-4C4729C14B67}" type="presParOf" srcId="{823F6663-0F2A-436F-8556-2B9CF75852A6}" destId="{80D6034A-4D1B-4544-81F2-E07BB4347E81}" srcOrd="1" destOrd="0" presId="urn:microsoft.com/office/officeart/2005/8/layout/hierarchy6"/>
    <dgm:cxn modelId="{84C05FEF-35AE-4C60-92B9-D5586FF5C68E}" type="presParOf" srcId="{C91EA20C-EF65-4C0D-8114-E75377CB2D18}" destId="{89BB4EB0-D369-4906-915B-E12D9859BAAC}" srcOrd="5" destOrd="0" presId="urn:microsoft.com/office/officeart/2005/8/layout/hierarchy6"/>
    <dgm:cxn modelId="{A349830D-BD7D-4E7E-930E-6B116436058B}" type="presParOf" srcId="{89BB4EB0-D369-4906-915B-E12D9859BAAC}" destId="{1EFD1561-3E34-4AFB-AD37-78FDAB579F69}" srcOrd="0" destOrd="0" presId="urn:microsoft.com/office/officeart/2005/8/layout/hierarchy6"/>
    <dgm:cxn modelId="{E2EBA103-410F-4CE4-9C47-82725539A9DD}" type="presParOf" srcId="{C91EA20C-EF65-4C0D-8114-E75377CB2D18}" destId="{A7BC566D-8A98-4106-BFBC-DDF721FF075C}" srcOrd="6" destOrd="0" presId="urn:microsoft.com/office/officeart/2005/8/layout/hierarchy6"/>
    <dgm:cxn modelId="{1BAE162E-0F44-40C8-8A21-C6A359ED12B0}" type="presParOf" srcId="{A7BC566D-8A98-4106-BFBC-DDF721FF075C}" destId="{6C510546-32EC-4E07-98D1-47DB68ADDF52}" srcOrd="0" destOrd="0" presId="urn:microsoft.com/office/officeart/2005/8/layout/hierarchy6"/>
    <dgm:cxn modelId="{B5050E98-D0F3-427A-A6E9-9C4FD7B30AF3}" type="presParOf" srcId="{A7BC566D-8A98-4106-BFBC-DDF721FF075C}" destId="{5E78534F-C0EE-4564-8578-E8781C086E01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872BC6E-5D2E-42B2-9094-D851F1308D05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E56B8B3B-0414-46B5-959F-FB29FA2B3BBD}">
      <dgm:prSet phldrT="[文本]"/>
      <dgm:spPr/>
      <dgm:t>
        <a:bodyPr/>
        <a:lstStyle/>
        <a:p>
          <a:r>
            <a:rPr lang="en-US" altLang="zh-CN" dirty="0" smtClean="0"/>
            <a:t>Three scenarios</a:t>
          </a:r>
          <a:endParaRPr lang="zh-CN" altLang="en-US" dirty="0"/>
        </a:p>
      </dgm:t>
    </dgm:pt>
    <dgm:pt modelId="{9FDF7B93-56A4-4C9C-9B2D-5AF556401B4D}" type="parTrans" cxnId="{853343D0-7E32-4F65-B429-4D6CB04A7369}">
      <dgm:prSet/>
      <dgm:spPr/>
      <dgm:t>
        <a:bodyPr/>
        <a:lstStyle/>
        <a:p>
          <a:endParaRPr lang="zh-CN" altLang="en-US"/>
        </a:p>
      </dgm:t>
    </dgm:pt>
    <dgm:pt modelId="{36CCAA93-A082-4990-8E0D-4928B8125957}" type="sibTrans" cxnId="{853343D0-7E32-4F65-B429-4D6CB04A7369}">
      <dgm:prSet/>
      <dgm:spPr/>
      <dgm:t>
        <a:bodyPr/>
        <a:lstStyle/>
        <a:p>
          <a:endParaRPr lang="zh-CN" altLang="en-US"/>
        </a:p>
      </dgm:t>
    </dgm:pt>
    <dgm:pt modelId="{0690B929-EE66-4EF4-AE62-35AFDCA8D9C1}">
      <dgm:prSet phldrT="[文本]"/>
      <dgm:spPr/>
      <dgm:t>
        <a:bodyPr/>
        <a:lstStyle/>
        <a:p>
          <a:r>
            <a:rPr lang="en-US" altLang="zh-CN" dirty="0" smtClean="0"/>
            <a:t>Download something when you are outside/ playing games/ downloading huge files</a:t>
          </a:r>
          <a:endParaRPr lang="zh-CN" altLang="en-US" dirty="0"/>
        </a:p>
      </dgm:t>
    </dgm:pt>
    <dgm:pt modelId="{61944128-5FB6-4AA3-8013-35D4DB610969}" type="parTrans" cxnId="{E07B350F-E3B5-4CF7-B9B4-A971A58EFD85}">
      <dgm:prSet/>
      <dgm:spPr/>
      <dgm:t>
        <a:bodyPr/>
        <a:lstStyle/>
        <a:p>
          <a:endParaRPr lang="zh-CN" altLang="en-US"/>
        </a:p>
      </dgm:t>
    </dgm:pt>
    <dgm:pt modelId="{A96AAB1C-F55E-4AAD-89DB-F45D87E4644C}" type="sibTrans" cxnId="{E07B350F-E3B5-4CF7-B9B4-A971A58EFD85}">
      <dgm:prSet/>
      <dgm:spPr/>
      <dgm:t>
        <a:bodyPr/>
        <a:lstStyle/>
        <a:p>
          <a:endParaRPr lang="zh-CN" altLang="en-US"/>
        </a:p>
      </dgm:t>
    </dgm:pt>
    <dgm:pt modelId="{FED3FC79-40FE-478F-BA91-12BEE9A7306A}">
      <dgm:prSet phldrT="[文本]"/>
      <dgm:spPr/>
      <dgm:t>
        <a:bodyPr/>
        <a:lstStyle/>
        <a:p>
          <a:r>
            <a:rPr lang="en-US" altLang="zh-CN" dirty="0" smtClean="0"/>
            <a:t>Homepage for abroad university application</a:t>
          </a:r>
          <a:endParaRPr lang="zh-CN" altLang="en-US" dirty="0"/>
        </a:p>
      </dgm:t>
    </dgm:pt>
    <dgm:pt modelId="{ACFEDE54-9C1D-4F3A-963A-0738A3B2DD4C}" type="parTrans" cxnId="{628F42AF-BFB0-4495-8C70-C2168FFB27FE}">
      <dgm:prSet/>
      <dgm:spPr/>
      <dgm:t>
        <a:bodyPr/>
        <a:lstStyle/>
        <a:p>
          <a:endParaRPr lang="zh-CN" altLang="en-US"/>
        </a:p>
      </dgm:t>
    </dgm:pt>
    <dgm:pt modelId="{A0238620-6788-455B-AA46-1AC1BBFD110E}" type="sibTrans" cxnId="{628F42AF-BFB0-4495-8C70-C2168FFB27FE}">
      <dgm:prSet/>
      <dgm:spPr/>
      <dgm:t>
        <a:bodyPr/>
        <a:lstStyle/>
        <a:p>
          <a:endParaRPr lang="zh-CN" altLang="en-US"/>
        </a:p>
      </dgm:t>
    </dgm:pt>
    <dgm:pt modelId="{2AF40DBF-22C9-4850-95AB-AC2F026E75C2}">
      <dgm:prSet phldrT="[文本]"/>
      <dgm:spPr/>
      <dgm:t>
        <a:bodyPr/>
        <a:lstStyle/>
        <a:p>
          <a:r>
            <a:rPr lang="en-US" altLang="zh-CN" dirty="0" smtClean="0"/>
            <a:t>BT download when you are in countries where such operations are illegal</a:t>
          </a:r>
          <a:endParaRPr lang="zh-CN" altLang="en-US" dirty="0"/>
        </a:p>
      </dgm:t>
    </dgm:pt>
    <dgm:pt modelId="{C4C623ED-432D-478C-947C-6F2D28C53941}" type="parTrans" cxnId="{3251022C-ECBA-4A46-B567-78D6FB57A99E}">
      <dgm:prSet/>
      <dgm:spPr/>
      <dgm:t>
        <a:bodyPr/>
        <a:lstStyle/>
        <a:p>
          <a:endParaRPr lang="zh-CN" altLang="en-US"/>
        </a:p>
      </dgm:t>
    </dgm:pt>
    <dgm:pt modelId="{56571E5A-A2D4-4A61-84C0-BA4ECA71B95E}" type="sibTrans" cxnId="{3251022C-ECBA-4A46-B567-78D6FB57A99E}">
      <dgm:prSet/>
      <dgm:spPr/>
      <dgm:t>
        <a:bodyPr/>
        <a:lstStyle/>
        <a:p>
          <a:endParaRPr lang="zh-CN" altLang="en-US"/>
        </a:p>
      </dgm:t>
    </dgm:pt>
    <dgm:pt modelId="{E68C2F13-C061-4D22-B713-C09640BBA4C1}" type="pres">
      <dgm:prSet presAssocID="{3872BC6E-5D2E-42B2-9094-D851F1308D05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22FE7561-5FB1-457E-B29F-E751ACB00D5A}" type="pres">
      <dgm:prSet presAssocID="{E56B8B3B-0414-46B5-959F-FB29FA2B3BBD}" presName="centerShape" presStyleLbl="node0" presStyleIdx="0" presStyleCnt="1"/>
      <dgm:spPr/>
    </dgm:pt>
    <dgm:pt modelId="{4B750FCF-CE1D-438A-B485-C8F2A540F836}" type="pres">
      <dgm:prSet presAssocID="{61944128-5FB6-4AA3-8013-35D4DB610969}" presName="parTrans" presStyleLbl="bgSibTrans2D1" presStyleIdx="0" presStyleCnt="3"/>
      <dgm:spPr/>
    </dgm:pt>
    <dgm:pt modelId="{F887BB2C-A48A-49AE-B9A5-D7F176B75B0D}" type="pres">
      <dgm:prSet presAssocID="{0690B929-EE66-4EF4-AE62-35AFDCA8D9C1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22A954B-7DC9-474E-8A98-6D94AFC4A729}" type="pres">
      <dgm:prSet presAssocID="{ACFEDE54-9C1D-4F3A-963A-0738A3B2DD4C}" presName="parTrans" presStyleLbl="bgSibTrans2D1" presStyleIdx="1" presStyleCnt="3"/>
      <dgm:spPr/>
    </dgm:pt>
    <dgm:pt modelId="{773CBA09-0F1F-422B-9205-87C74921CFB0}" type="pres">
      <dgm:prSet presAssocID="{FED3FC79-40FE-478F-BA91-12BEE9A7306A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238E74B-704D-43F9-A75C-5392DCB9BBF4}" type="pres">
      <dgm:prSet presAssocID="{C4C623ED-432D-478C-947C-6F2D28C53941}" presName="parTrans" presStyleLbl="bgSibTrans2D1" presStyleIdx="2" presStyleCnt="3"/>
      <dgm:spPr/>
    </dgm:pt>
    <dgm:pt modelId="{E62B9856-9B31-49B6-A112-30D0CB9546D3}" type="pres">
      <dgm:prSet presAssocID="{2AF40DBF-22C9-4850-95AB-AC2F026E75C2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2C172726-5934-44DB-9CBE-852F2392FA40}" type="presOf" srcId="{FED3FC79-40FE-478F-BA91-12BEE9A7306A}" destId="{773CBA09-0F1F-422B-9205-87C74921CFB0}" srcOrd="0" destOrd="0" presId="urn:microsoft.com/office/officeart/2005/8/layout/radial4"/>
    <dgm:cxn modelId="{628F42AF-BFB0-4495-8C70-C2168FFB27FE}" srcId="{E56B8B3B-0414-46B5-959F-FB29FA2B3BBD}" destId="{FED3FC79-40FE-478F-BA91-12BEE9A7306A}" srcOrd="1" destOrd="0" parTransId="{ACFEDE54-9C1D-4F3A-963A-0738A3B2DD4C}" sibTransId="{A0238620-6788-455B-AA46-1AC1BBFD110E}"/>
    <dgm:cxn modelId="{77CBC0E4-E576-4EEA-A77E-E14EE57B8230}" type="presOf" srcId="{2AF40DBF-22C9-4850-95AB-AC2F026E75C2}" destId="{E62B9856-9B31-49B6-A112-30D0CB9546D3}" srcOrd="0" destOrd="0" presId="urn:microsoft.com/office/officeart/2005/8/layout/radial4"/>
    <dgm:cxn modelId="{3251022C-ECBA-4A46-B567-78D6FB57A99E}" srcId="{E56B8B3B-0414-46B5-959F-FB29FA2B3BBD}" destId="{2AF40DBF-22C9-4850-95AB-AC2F026E75C2}" srcOrd="2" destOrd="0" parTransId="{C4C623ED-432D-478C-947C-6F2D28C53941}" sibTransId="{56571E5A-A2D4-4A61-84C0-BA4ECA71B95E}"/>
    <dgm:cxn modelId="{F3F1F7EB-D33D-4366-A8BD-98122ED5271C}" type="presOf" srcId="{C4C623ED-432D-478C-947C-6F2D28C53941}" destId="{D238E74B-704D-43F9-A75C-5392DCB9BBF4}" srcOrd="0" destOrd="0" presId="urn:microsoft.com/office/officeart/2005/8/layout/radial4"/>
    <dgm:cxn modelId="{30DCA03D-08B5-4A96-9400-1B62ADC2A9EA}" type="presOf" srcId="{E56B8B3B-0414-46B5-959F-FB29FA2B3BBD}" destId="{22FE7561-5FB1-457E-B29F-E751ACB00D5A}" srcOrd="0" destOrd="0" presId="urn:microsoft.com/office/officeart/2005/8/layout/radial4"/>
    <dgm:cxn modelId="{980FF5CE-034C-469A-AD7F-8315B236261C}" type="presOf" srcId="{3872BC6E-5D2E-42B2-9094-D851F1308D05}" destId="{E68C2F13-C061-4D22-B713-C09640BBA4C1}" srcOrd="0" destOrd="0" presId="urn:microsoft.com/office/officeart/2005/8/layout/radial4"/>
    <dgm:cxn modelId="{070F347C-E610-4742-A3CF-15AA1C160D26}" type="presOf" srcId="{0690B929-EE66-4EF4-AE62-35AFDCA8D9C1}" destId="{F887BB2C-A48A-49AE-B9A5-D7F176B75B0D}" srcOrd="0" destOrd="0" presId="urn:microsoft.com/office/officeart/2005/8/layout/radial4"/>
    <dgm:cxn modelId="{A4234455-FF31-4EC4-8659-F84E683712B1}" type="presOf" srcId="{ACFEDE54-9C1D-4F3A-963A-0738A3B2DD4C}" destId="{122A954B-7DC9-474E-8A98-6D94AFC4A729}" srcOrd="0" destOrd="0" presId="urn:microsoft.com/office/officeart/2005/8/layout/radial4"/>
    <dgm:cxn modelId="{E07B350F-E3B5-4CF7-B9B4-A971A58EFD85}" srcId="{E56B8B3B-0414-46B5-959F-FB29FA2B3BBD}" destId="{0690B929-EE66-4EF4-AE62-35AFDCA8D9C1}" srcOrd="0" destOrd="0" parTransId="{61944128-5FB6-4AA3-8013-35D4DB610969}" sibTransId="{A96AAB1C-F55E-4AAD-89DB-F45D87E4644C}"/>
    <dgm:cxn modelId="{853343D0-7E32-4F65-B429-4D6CB04A7369}" srcId="{3872BC6E-5D2E-42B2-9094-D851F1308D05}" destId="{E56B8B3B-0414-46B5-959F-FB29FA2B3BBD}" srcOrd="0" destOrd="0" parTransId="{9FDF7B93-56A4-4C9C-9B2D-5AF556401B4D}" sibTransId="{36CCAA93-A082-4990-8E0D-4928B8125957}"/>
    <dgm:cxn modelId="{27B346F6-9027-4895-96B8-A3239EE6DED4}" type="presOf" srcId="{61944128-5FB6-4AA3-8013-35D4DB610969}" destId="{4B750FCF-CE1D-438A-B485-C8F2A540F836}" srcOrd="0" destOrd="0" presId="urn:microsoft.com/office/officeart/2005/8/layout/radial4"/>
    <dgm:cxn modelId="{6FC94E66-1BC5-4DE4-9B66-0B26C169340F}" type="presParOf" srcId="{E68C2F13-C061-4D22-B713-C09640BBA4C1}" destId="{22FE7561-5FB1-457E-B29F-E751ACB00D5A}" srcOrd="0" destOrd="0" presId="urn:microsoft.com/office/officeart/2005/8/layout/radial4"/>
    <dgm:cxn modelId="{0CA0E7F8-2F9E-457F-BC29-AF88EF31F7F4}" type="presParOf" srcId="{E68C2F13-C061-4D22-B713-C09640BBA4C1}" destId="{4B750FCF-CE1D-438A-B485-C8F2A540F836}" srcOrd="1" destOrd="0" presId="urn:microsoft.com/office/officeart/2005/8/layout/radial4"/>
    <dgm:cxn modelId="{7EB3A6C2-AF7A-4DEF-A30D-82458D0A3D04}" type="presParOf" srcId="{E68C2F13-C061-4D22-B713-C09640BBA4C1}" destId="{F887BB2C-A48A-49AE-B9A5-D7F176B75B0D}" srcOrd="2" destOrd="0" presId="urn:microsoft.com/office/officeart/2005/8/layout/radial4"/>
    <dgm:cxn modelId="{78F293EA-9F1F-49CD-84F1-FC6668A95E57}" type="presParOf" srcId="{E68C2F13-C061-4D22-B713-C09640BBA4C1}" destId="{122A954B-7DC9-474E-8A98-6D94AFC4A729}" srcOrd="3" destOrd="0" presId="urn:microsoft.com/office/officeart/2005/8/layout/radial4"/>
    <dgm:cxn modelId="{82D3029C-BFCC-4A9A-8637-02086873EBFF}" type="presParOf" srcId="{E68C2F13-C061-4D22-B713-C09640BBA4C1}" destId="{773CBA09-0F1F-422B-9205-87C74921CFB0}" srcOrd="4" destOrd="0" presId="urn:microsoft.com/office/officeart/2005/8/layout/radial4"/>
    <dgm:cxn modelId="{C841B11B-C945-4214-97EC-E043B74BF2D0}" type="presParOf" srcId="{E68C2F13-C061-4D22-B713-C09640BBA4C1}" destId="{D238E74B-704D-43F9-A75C-5392DCB9BBF4}" srcOrd="5" destOrd="0" presId="urn:microsoft.com/office/officeart/2005/8/layout/radial4"/>
    <dgm:cxn modelId="{04948C5F-8731-49EC-A522-DD033A7958F4}" type="presParOf" srcId="{E68C2F13-C061-4D22-B713-C09640BBA4C1}" destId="{E62B9856-9B31-49B6-A112-30D0CB9546D3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510546-32EC-4E07-98D1-47DB68ADDF52}">
      <dsp:nvSpPr>
        <dsp:cNvPr id="0" name=""/>
        <dsp:cNvSpPr/>
      </dsp:nvSpPr>
      <dsp:spPr>
        <a:xfrm>
          <a:off x="0" y="3158779"/>
          <a:ext cx="7188926" cy="90142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100" kern="1200" dirty="0" smtClean="0"/>
            <a:t>Web application</a:t>
          </a:r>
          <a:endParaRPr lang="zh-CN" altLang="en-US" sz="2100" kern="1200" dirty="0"/>
        </a:p>
      </dsp:txBody>
      <dsp:txXfrm>
        <a:off x="0" y="3158779"/>
        <a:ext cx="2156677" cy="901423"/>
      </dsp:txXfrm>
    </dsp:sp>
    <dsp:sp modelId="{5EED2A57-3285-4949-A747-B62F35F9F7BF}">
      <dsp:nvSpPr>
        <dsp:cNvPr id="0" name=""/>
        <dsp:cNvSpPr/>
      </dsp:nvSpPr>
      <dsp:spPr>
        <a:xfrm>
          <a:off x="0" y="2107118"/>
          <a:ext cx="7188926" cy="90142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100" kern="1200" dirty="0" smtClean="0"/>
            <a:t>Web server</a:t>
          </a:r>
          <a:endParaRPr lang="zh-CN" altLang="en-US" sz="2100" kern="1200" dirty="0"/>
        </a:p>
      </dsp:txBody>
      <dsp:txXfrm>
        <a:off x="0" y="2107118"/>
        <a:ext cx="2156677" cy="901423"/>
      </dsp:txXfrm>
    </dsp:sp>
    <dsp:sp modelId="{490FAE3D-90A2-4F3A-856D-7463959F87DA}">
      <dsp:nvSpPr>
        <dsp:cNvPr id="0" name=""/>
        <dsp:cNvSpPr/>
      </dsp:nvSpPr>
      <dsp:spPr>
        <a:xfrm>
          <a:off x="0" y="1055457"/>
          <a:ext cx="7188926" cy="90142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100" kern="1200" dirty="0" smtClean="0"/>
            <a:t>Database</a:t>
          </a:r>
          <a:endParaRPr lang="zh-CN" altLang="en-US" sz="2100" kern="1200" dirty="0"/>
        </a:p>
      </dsp:txBody>
      <dsp:txXfrm>
        <a:off x="0" y="1055457"/>
        <a:ext cx="2156677" cy="901423"/>
      </dsp:txXfrm>
    </dsp:sp>
    <dsp:sp modelId="{A35A4074-93E0-4A58-929F-FD1D277778A9}">
      <dsp:nvSpPr>
        <dsp:cNvPr id="0" name=""/>
        <dsp:cNvSpPr/>
      </dsp:nvSpPr>
      <dsp:spPr>
        <a:xfrm>
          <a:off x="0" y="3796"/>
          <a:ext cx="7188926" cy="90142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100" kern="1200" dirty="0" smtClean="0"/>
            <a:t>Operating system</a:t>
          </a:r>
          <a:endParaRPr lang="zh-CN" altLang="en-US" sz="2100" kern="1200" dirty="0"/>
        </a:p>
      </dsp:txBody>
      <dsp:txXfrm>
        <a:off x="0" y="3796"/>
        <a:ext cx="2156677" cy="901423"/>
      </dsp:txXfrm>
    </dsp:sp>
    <dsp:sp modelId="{528C018A-7AE6-4BB8-B732-3636A53D7B55}">
      <dsp:nvSpPr>
        <dsp:cNvPr id="0" name=""/>
        <dsp:cNvSpPr/>
      </dsp:nvSpPr>
      <dsp:spPr>
        <a:xfrm>
          <a:off x="4403726" y="78914"/>
          <a:ext cx="1126779" cy="7511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600" kern="1200" dirty="0" smtClean="0"/>
            <a:t>Linux</a:t>
          </a:r>
          <a:endParaRPr lang="zh-CN" altLang="en-US" sz="1600" kern="1200" dirty="0"/>
        </a:p>
      </dsp:txBody>
      <dsp:txXfrm>
        <a:off x="4425727" y="100915"/>
        <a:ext cx="1082777" cy="707184"/>
      </dsp:txXfrm>
    </dsp:sp>
    <dsp:sp modelId="{6ED9008B-0307-48BC-8FD2-8EE16BAB2567}">
      <dsp:nvSpPr>
        <dsp:cNvPr id="0" name=""/>
        <dsp:cNvSpPr/>
      </dsp:nvSpPr>
      <dsp:spPr>
        <a:xfrm>
          <a:off x="4921396" y="830101"/>
          <a:ext cx="91440" cy="30047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047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23DA88-EDC5-49A5-9DB3-A003E22C8AE6}">
      <dsp:nvSpPr>
        <dsp:cNvPr id="0" name=""/>
        <dsp:cNvSpPr/>
      </dsp:nvSpPr>
      <dsp:spPr>
        <a:xfrm>
          <a:off x="4403726" y="1130576"/>
          <a:ext cx="1126779" cy="7511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600" kern="1200" dirty="0" smtClean="0"/>
            <a:t>MySQL</a:t>
          </a:r>
          <a:endParaRPr lang="zh-CN" altLang="en-US" sz="1600" kern="1200" dirty="0"/>
        </a:p>
      </dsp:txBody>
      <dsp:txXfrm>
        <a:off x="4425727" y="1152577"/>
        <a:ext cx="1082777" cy="707184"/>
      </dsp:txXfrm>
    </dsp:sp>
    <dsp:sp modelId="{E4AFB435-13F5-433C-9EFE-977FD2283EAD}">
      <dsp:nvSpPr>
        <dsp:cNvPr id="0" name=""/>
        <dsp:cNvSpPr/>
      </dsp:nvSpPr>
      <dsp:spPr>
        <a:xfrm>
          <a:off x="3868505" y="1881762"/>
          <a:ext cx="1098610" cy="300474"/>
        </a:xfrm>
        <a:custGeom>
          <a:avLst/>
          <a:gdLst/>
          <a:ahLst/>
          <a:cxnLst/>
          <a:rect l="0" t="0" r="0" b="0"/>
          <a:pathLst>
            <a:path>
              <a:moveTo>
                <a:pt x="1098610" y="0"/>
              </a:moveTo>
              <a:lnTo>
                <a:pt x="1098610" y="150237"/>
              </a:lnTo>
              <a:lnTo>
                <a:pt x="0" y="150237"/>
              </a:lnTo>
              <a:lnTo>
                <a:pt x="0" y="3004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4176C3-5E3A-4121-87A2-A9CEF86A627D}">
      <dsp:nvSpPr>
        <dsp:cNvPr id="0" name=""/>
        <dsp:cNvSpPr/>
      </dsp:nvSpPr>
      <dsp:spPr>
        <a:xfrm>
          <a:off x="3305115" y="2182237"/>
          <a:ext cx="1126779" cy="7511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600" kern="1200" dirty="0" smtClean="0"/>
            <a:t>Nginx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600" kern="1200" dirty="0" smtClean="0"/>
            <a:t>PHP</a:t>
          </a:r>
          <a:endParaRPr lang="zh-CN" altLang="en-US" sz="1600" kern="1200" dirty="0"/>
        </a:p>
      </dsp:txBody>
      <dsp:txXfrm>
        <a:off x="3327116" y="2204238"/>
        <a:ext cx="1082777" cy="707184"/>
      </dsp:txXfrm>
    </dsp:sp>
    <dsp:sp modelId="{FD4A655A-AC88-4095-B1F7-0914BF135BE9}">
      <dsp:nvSpPr>
        <dsp:cNvPr id="0" name=""/>
        <dsp:cNvSpPr/>
      </dsp:nvSpPr>
      <dsp:spPr>
        <a:xfrm>
          <a:off x="3136098" y="2933423"/>
          <a:ext cx="732406" cy="300474"/>
        </a:xfrm>
        <a:custGeom>
          <a:avLst/>
          <a:gdLst/>
          <a:ahLst/>
          <a:cxnLst/>
          <a:rect l="0" t="0" r="0" b="0"/>
          <a:pathLst>
            <a:path>
              <a:moveTo>
                <a:pt x="732406" y="0"/>
              </a:moveTo>
              <a:lnTo>
                <a:pt x="732406" y="150237"/>
              </a:lnTo>
              <a:lnTo>
                <a:pt x="0" y="150237"/>
              </a:lnTo>
              <a:lnTo>
                <a:pt x="0" y="3004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447317-D849-4812-94B9-53A96738EEB5}">
      <dsp:nvSpPr>
        <dsp:cNvPr id="0" name=""/>
        <dsp:cNvSpPr/>
      </dsp:nvSpPr>
      <dsp:spPr>
        <a:xfrm>
          <a:off x="2572708" y="3233898"/>
          <a:ext cx="1126779" cy="7511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600" kern="1200" dirty="0" err="1" smtClean="0"/>
            <a:t>Wordpress</a:t>
          </a:r>
          <a:endParaRPr lang="zh-CN" altLang="en-US" sz="1600" kern="1200" dirty="0"/>
        </a:p>
      </dsp:txBody>
      <dsp:txXfrm>
        <a:off x="2594709" y="3255899"/>
        <a:ext cx="1082777" cy="707184"/>
      </dsp:txXfrm>
    </dsp:sp>
    <dsp:sp modelId="{84094D91-6F31-4654-B74E-64864FF53FF4}">
      <dsp:nvSpPr>
        <dsp:cNvPr id="0" name=""/>
        <dsp:cNvSpPr/>
      </dsp:nvSpPr>
      <dsp:spPr>
        <a:xfrm>
          <a:off x="3868505" y="2933423"/>
          <a:ext cx="732406" cy="3004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0237"/>
              </a:lnTo>
              <a:lnTo>
                <a:pt x="732406" y="150237"/>
              </a:lnTo>
              <a:lnTo>
                <a:pt x="732406" y="3004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F69FCF-640F-4F21-A3D7-977836777BC5}">
      <dsp:nvSpPr>
        <dsp:cNvPr id="0" name=""/>
        <dsp:cNvSpPr/>
      </dsp:nvSpPr>
      <dsp:spPr>
        <a:xfrm>
          <a:off x="4037522" y="3233898"/>
          <a:ext cx="1126779" cy="7511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600" kern="1200" dirty="0" smtClean="0"/>
            <a:t>YAAW</a:t>
          </a:r>
        </a:p>
      </dsp:txBody>
      <dsp:txXfrm>
        <a:off x="4059523" y="3255899"/>
        <a:ext cx="1082777" cy="707184"/>
      </dsp:txXfrm>
    </dsp:sp>
    <dsp:sp modelId="{82EBC7AA-9784-4752-8791-D5E2CD364152}">
      <dsp:nvSpPr>
        <dsp:cNvPr id="0" name=""/>
        <dsp:cNvSpPr/>
      </dsp:nvSpPr>
      <dsp:spPr>
        <a:xfrm>
          <a:off x="4967116" y="1881762"/>
          <a:ext cx="1098610" cy="3004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0237"/>
              </a:lnTo>
              <a:lnTo>
                <a:pt x="1098610" y="150237"/>
              </a:lnTo>
              <a:lnTo>
                <a:pt x="1098610" y="3004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6348E6-6D7A-492A-BFBB-12C0CD11FD19}">
      <dsp:nvSpPr>
        <dsp:cNvPr id="0" name=""/>
        <dsp:cNvSpPr/>
      </dsp:nvSpPr>
      <dsp:spPr>
        <a:xfrm>
          <a:off x="5502336" y="2182237"/>
          <a:ext cx="1126779" cy="7511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600" kern="1200" dirty="0" err="1" smtClean="0"/>
            <a:t>Vsftpd</a:t>
          </a:r>
          <a:endParaRPr lang="zh-CN" altLang="en-US" sz="1600" kern="1200" dirty="0"/>
        </a:p>
      </dsp:txBody>
      <dsp:txXfrm>
        <a:off x="5524337" y="2204238"/>
        <a:ext cx="1082777" cy="707184"/>
      </dsp:txXfrm>
    </dsp:sp>
    <dsp:sp modelId="{BE010CF8-019E-482F-8286-4914B5EE9F28}">
      <dsp:nvSpPr>
        <dsp:cNvPr id="0" name=""/>
        <dsp:cNvSpPr/>
      </dsp:nvSpPr>
      <dsp:spPr>
        <a:xfrm>
          <a:off x="6020006" y="2933423"/>
          <a:ext cx="91440" cy="30047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04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367E9F-E837-4B09-AF9A-13426DDB6DB1}">
      <dsp:nvSpPr>
        <dsp:cNvPr id="0" name=""/>
        <dsp:cNvSpPr/>
      </dsp:nvSpPr>
      <dsp:spPr>
        <a:xfrm>
          <a:off x="5502336" y="3233898"/>
          <a:ext cx="1126779" cy="7511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600" kern="1200" dirty="0" smtClean="0"/>
            <a:t>FTP</a:t>
          </a:r>
          <a:endParaRPr lang="zh-CN" altLang="en-US" sz="1600" kern="1200" dirty="0"/>
        </a:p>
      </dsp:txBody>
      <dsp:txXfrm>
        <a:off x="5524337" y="3255899"/>
        <a:ext cx="1082777" cy="7071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FE7561-5FB1-457E-B29F-E751ACB00D5A}">
      <dsp:nvSpPr>
        <dsp:cNvPr id="0" name=""/>
        <dsp:cNvSpPr/>
      </dsp:nvSpPr>
      <dsp:spPr>
        <a:xfrm>
          <a:off x="3190879" y="2556780"/>
          <a:ext cx="2144794" cy="214479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3000" kern="1200" dirty="0" smtClean="0"/>
            <a:t>Three scenarios</a:t>
          </a:r>
          <a:endParaRPr lang="zh-CN" altLang="en-US" sz="3000" kern="1200" dirty="0"/>
        </a:p>
      </dsp:txBody>
      <dsp:txXfrm>
        <a:off x="3504977" y="2870878"/>
        <a:ext cx="1516598" cy="1516598"/>
      </dsp:txXfrm>
    </dsp:sp>
    <dsp:sp modelId="{4B750FCF-CE1D-438A-B485-C8F2A540F836}">
      <dsp:nvSpPr>
        <dsp:cNvPr id="0" name=""/>
        <dsp:cNvSpPr/>
      </dsp:nvSpPr>
      <dsp:spPr>
        <a:xfrm rot="12900000">
          <a:off x="1810175" y="2181772"/>
          <a:ext cx="1644963" cy="611266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87BB2C-A48A-49AE-B9A5-D7F176B75B0D}">
      <dsp:nvSpPr>
        <dsp:cNvPr id="0" name=""/>
        <dsp:cNvSpPr/>
      </dsp:nvSpPr>
      <dsp:spPr>
        <a:xfrm>
          <a:off x="940142" y="1200627"/>
          <a:ext cx="2037554" cy="1630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/>
            <a:t>Download something when you are outside/ playing games/ downloading huge files</a:t>
          </a:r>
          <a:endParaRPr lang="zh-CN" altLang="en-US" sz="1700" kern="1200" dirty="0"/>
        </a:p>
      </dsp:txBody>
      <dsp:txXfrm>
        <a:off x="987884" y="1248369"/>
        <a:ext cx="1942070" cy="1534559"/>
      </dsp:txXfrm>
    </dsp:sp>
    <dsp:sp modelId="{122A954B-7DC9-474E-8A98-6D94AFC4A729}">
      <dsp:nvSpPr>
        <dsp:cNvPr id="0" name=""/>
        <dsp:cNvSpPr/>
      </dsp:nvSpPr>
      <dsp:spPr>
        <a:xfrm rot="16200000">
          <a:off x="3440794" y="1332926"/>
          <a:ext cx="1644963" cy="611266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3CBA09-0F1F-422B-9205-87C74921CFB0}">
      <dsp:nvSpPr>
        <dsp:cNvPr id="0" name=""/>
        <dsp:cNvSpPr/>
      </dsp:nvSpPr>
      <dsp:spPr>
        <a:xfrm>
          <a:off x="3244499" y="1055"/>
          <a:ext cx="2037554" cy="1630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/>
            <a:t>Homepage for abroad university application</a:t>
          </a:r>
          <a:endParaRPr lang="zh-CN" altLang="en-US" sz="1700" kern="1200" dirty="0"/>
        </a:p>
      </dsp:txBody>
      <dsp:txXfrm>
        <a:off x="3292241" y="48797"/>
        <a:ext cx="1942070" cy="1534559"/>
      </dsp:txXfrm>
    </dsp:sp>
    <dsp:sp modelId="{D238E74B-704D-43F9-A75C-5392DCB9BBF4}">
      <dsp:nvSpPr>
        <dsp:cNvPr id="0" name=""/>
        <dsp:cNvSpPr/>
      </dsp:nvSpPr>
      <dsp:spPr>
        <a:xfrm rot="19500000">
          <a:off x="5071413" y="2181772"/>
          <a:ext cx="1644963" cy="611266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2B9856-9B31-49B6-A112-30D0CB9546D3}">
      <dsp:nvSpPr>
        <dsp:cNvPr id="0" name=""/>
        <dsp:cNvSpPr/>
      </dsp:nvSpPr>
      <dsp:spPr>
        <a:xfrm>
          <a:off x="5548855" y="1200627"/>
          <a:ext cx="2037554" cy="1630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700" kern="1200" dirty="0" smtClean="0"/>
            <a:t>BT download when you are in countries where such operations are illegal</a:t>
          </a:r>
          <a:endParaRPr lang="zh-CN" altLang="en-US" sz="1700" kern="1200" dirty="0"/>
        </a:p>
      </dsp:txBody>
      <dsp:txXfrm>
        <a:off x="5596597" y="1248369"/>
        <a:ext cx="1942070" cy="15345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DFE78F-58BC-423A-A341-D0065C580108}" type="datetimeFigureOut">
              <a:rPr lang="zh-CN" altLang="en-US" smtClean="0"/>
              <a:pPr/>
              <a:t>2016/6/18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4B1CD8-9F96-4F1D-A5B8-2D9E0ECCEB3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916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761" y="5815086"/>
            <a:ext cx="2458720" cy="65087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4070056"/>
            <a:ext cx="7886700" cy="89951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628650" y="5034521"/>
            <a:ext cx="7886700" cy="604299"/>
          </a:xfrm>
        </p:spPr>
        <p:txBody>
          <a:bodyPr anchor="ctr">
            <a:noAutofit/>
          </a:bodyPr>
          <a:lstStyle>
            <a:lvl1pPr algn="ctr">
              <a:defRPr lang="zh-CN" altLang="en-US" sz="2800" b="0">
                <a:solidFill>
                  <a:schemeClr val="bg1"/>
                </a:solidFill>
                <a:latin typeface="+mn-ea"/>
                <a:cs typeface="+mj-cs"/>
              </a:defRPr>
            </a:lvl1pPr>
          </a:lstStyle>
          <a:p>
            <a:pPr lvl="0" algn="ctr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132"/>
            <a:ext cx="9144000" cy="3931920"/>
          </a:xfrm>
          <a:prstGeom prst="rect">
            <a:avLst/>
          </a:prstGeom>
        </p:spPr>
      </p:pic>
      <p:cxnSp>
        <p:nvCxnSpPr>
          <p:cNvPr id="9" name="直接连接符 8"/>
          <p:cNvCxnSpPr/>
          <p:nvPr/>
        </p:nvCxnSpPr>
        <p:spPr>
          <a:xfrm>
            <a:off x="0" y="3893788"/>
            <a:ext cx="914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21891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  <p:hf hdr="0" ftr="0" dt="0"/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9144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6" y="175416"/>
            <a:ext cx="1517655" cy="401413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2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20"/>
            <a:ext cx="9144000" cy="336803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494026" y="1685678"/>
            <a:ext cx="8372163" cy="492149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4" y="974279"/>
            <a:ext cx="8372163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6586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5" y="175414"/>
            <a:ext cx="1517655" cy="401413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18"/>
            <a:ext cx="9144000" cy="33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2697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页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9144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6" y="175416"/>
            <a:ext cx="1517655" cy="401413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2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20"/>
            <a:ext cx="9144000" cy="336803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494026" y="1685678"/>
            <a:ext cx="8372163" cy="492149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6" y="975602"/>
            <a:ext cx="8372163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250027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灯片编号占位符 5"/>
          <p:cNvSpPr txBox="1">
            <a:spLocks/>
          </p:cNvSpPr>
          <p:nvPr/>
        </p:nvSpPr>
        <p:spPr>
          <a:xfrm>
            <a:off x="8697601" y="311755"/>
            <a:ext cx="365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E1703B59-C883-4B8B-974E-AFB30A6C43A7}" type="slidenum">
              <a:rPr lang="zh-CN" altLang="en-US" sz="1200" smtClean="0"/>
              <a:pPr lvl="0"/>
              <a:t>‹#›</a:t>
            </a:fld>
            <a:endParaRPr lang="zh-CN" altLang="en-US" sz="1200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6586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5" y="175414"/>
            <a:ext cx="1517655" cy="401413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18"/>
            <a:ext cx="9144000" cy="336803"/>
          </a:xfrm>
          <a:prstGeom prst="rect">
            <a:avLst/>
          </a:prstGeom>
        </p:spPr>
      </p:pic>
      <p:sp>
        <p:nvSpPr>
          <p:cNvPr id="16" name="文本框 15"/>
          <p:cNvSpPr txBox="1"/>
          <p:nvPr userDrawn="1"/>
        </p:nvSpPr>
        <p:spPr>
          <a:xfrm>
            <a:off x="8250026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灯片编号占位符 5"/>
          <p:cNvSpPr txBox="1">
            <a:spLocks/>
          </p:cNvSpPr>
          <p:nvPr userDrawn="1"/>
        </p:nvSpPr>
        <p:spPr>
          <a:xfrm>
            <a:off x="8697600" y="311755"/>
            <a:ext cx="365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E1703B59-C883-4B8B-974E-AFB30A6C43A7}" type="slidenum">
              <a:rPr lang="zh-CN" altLang="en-US" smtClean="0"/>
              <a:pPr lvl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76287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9144000" cy="66586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5821680"/>
            <a:ext cx="9144000" cy="1036320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294" y="6100773"/>
            <a:ext cx="1958547" cy="51846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1" y="235137"/>
            <a:ext cx="6474515" cy="337358"/>
          </a:xfrm>
          <a:prstGeom prst="rect">
            <a:avLst/>
          </a:prstGeom>
        </p:spPr>
        <p:txBody>
          <a:bodyPr anchor="ctr"/>
          <a:lstStyle>
            <a:lvl1pPr>
              <a:defRPr sz="2000">
                <a:solidFill>
                  <a:schemeClr val="accent1"/>
                </a:solidFill>
                <a:effectLst>
                  <a:glow rad="25400">
                    <a:srgbClr val="BFE2F3"/>
                  </a:glo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0411"/>
            <a:ext cx="9144000" cy="51816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65863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5821680"/>
            <a:ext cx="9144000" cy="1036320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293" y="6100771"/>
            <a:ext cx="1958547" cy="51846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0411"/>
            <a:ext cx="91440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3924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4167">
          <p15:clr>
            <a:srgbClr val="FBAE40"/>
          </p15:clr>
        </p15:guide>
        <p15:guide id="2" pos="153">
          <p15:clr>
            <a:srgbClr val="FBAE40"/>
          </p15:clr>
        </p15:guide>
        <p15:guide id="3" pos="5556" userDrawn="1">
          <p15:clr>
            <a:srgbClr val="FBAE40"/>
          </p15:clr>
        </p15:guide>
        <p15:guide id="4" pos="20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9144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6" y="175416"/>
            <a:ext cx="1517655" cy="401413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2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6" y="975602"/>
            <a:ext cx="8372163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20"/>
            <a:ext cx="9144000" cy="33680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6586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5" y="175414"/>
            <a:ext cx="1517655" cy="401413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18"/>
            <a:ext cx="9144000" cy="33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0526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纯标题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9144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6" y="175416"/>
            <a:ext cx="1517655" cy="401413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2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6" y="975602"/>
            <a:ext cx="8372163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8250027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灯片编号占位符 5"/>
          <p:cNvSpPr txBox="1">
            <a:spLocks/>
          </p:cNvSpPr>
          <p:nvPr/>
        </p:nvSpPr>
        <p:spPr>
          <a:xfrm>
            <a:off x="8696566" y="311755"/>
            <a:ext cx="4474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7E0B4DC1-AB35-4259-8072-EA8F5B8A0BBF}" type="slidenum">
              <a:rPr lang="zh-CN" altLang="en-US" sz="1200" smtClean="0"/>
              <a:pPr lvl="0"/>
              <a:t>‹#›</a:t>
            </a:fld>
            <a:endParaRPr lang="zh-CN" altLang="en-US" sz="12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20"/>
            <a:ext cx="9144000" cy="33680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6586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5" y="175414"/>
            <a:ext cx="1517655" cy="401413"/>
          </a:xfrm>
          <a:prstGeom prst="rect">
            <a:avLst/>
          </a:prstGeom>
        </p:spPr>
      </p:pic>
      <p:sp>
        <p:nvSpPr>
          <p:cNvPr id="14" name="矩形 13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8250026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灯片编号占位符 5"/>
          <p:cNvSpPr txBox="1">
            <a:spLocks/>
          </p:cNvSpPr>
          <p:nvPr userDrawn="1"/>
        </p:nvSpPr>
        <p:spPr>
          <a:xfrm>
            <a:off x="8696565" y="311755"/>
            <a:ext cx="4474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7E0B4DC1-AB35-4259-8072-EA8F5B8A0BBF}" type="slidenum">
              <a:rPr lang="zh-CN" altLang="en-US" smtClean="0"/>
              <a:pPr lvl="0"/>
              <a:t>‹#›</a:t>
            </a:fld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18"/>
            <a:ext cx="9144000" cy="33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9072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9144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6" y="175416"/>
            <a:ext cx="1517655" cy="401413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2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6586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5" y="175414"/>
            <a:ext cx="1517655" cy="40141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8438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空白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9144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6" y="175416"/>
            <a:ext cx="1517655" cy="401413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2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文本框 4"/>
          <p:cNvSpPr txBox="1"/>
          <p:nvPr/>
        </p:nvSpPr>
        <p:spPr>
          <a:xfrm>
            <a:off x="8250027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97601" y="313202"/>
            <a:ext cx="365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1703B59-C883-4B8B-974E-AFB30A6C43A7}" type="slidenum">
              <a:rPr lang="en-US" altLang="zh-CN" smtClean="0"/>
              <a:pPr/>
              <a:t>‹#›</a:t>
            </a:fld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6586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5" y="175414"/>
            <a:ext cx="1517655" cy="401413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8250026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47757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9144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6" y="175416"/>
            <a:ext cx="1517655" cy="401413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2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内容占位符 11"/>
          <p:cNvSpPr>
            <a:spLocks noGrp="1"/>
          </p:cNvSpPr>
          <p:nvPr>
            <p:ph sz="quarter" idx="10"/>
          </p:nvPr>
        </p:nvSpPr>
        <p:spPr>
          <a:xfrm>
            <a:off x="262394" y="1717675"/>
            <a:ext cx="403200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4786314" y="1717675"/>
            <a:ext cx="403225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2394" y="975600"/>
            <a:ext cx="8556169" cy="576000"/>
          </a:xfrm>
          <a:prstGeom prst="rect">
            <a:avLst/>
          </a:prstGeom>
        </p:spPr>
        <p:txBody>
          <a:bodyPr/>
          <a:lstStyle>
            <a:lvl1pPr>
              <a:defRPr lang="zh-CN" altLang="en-US"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20"/>
            <a:ext cx="9144000" cy="33680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6586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5" y="175414"/>
            <a:ext cx="1517655" cy="401413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18"/>
            <a:ext cx="9144000" cy="33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3433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16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两栏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9144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6" y="175416"/>
            <a:ext cx="1517655" cy="401413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2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6" name="文本框 5"/>
          <p:cNvSpPr txBox="1"/>
          <p:nvPr/>
        </p:nvSpPr>
        <p:spPr>
          <a:xfrm>
            <a:off x="8250027" y="313202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sz="quarter" idx="10"/>
          </p:nvPr>
        </p:nvSpPr>
        <p:spPr>
          <a:xfrm>
            <a:off x="262394" y="1717675"/>
            <a:ext cx="403200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4786314" y="1717675"/>
            <a:ext cx="403225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21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96566" y="313202"/>
            <a:ext cx="487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4BD5A17-3153-4A95-988E-B577C14000F1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2394" y="975600"/>
            <a:ext cx="8566445" cy="576000"/>
          </a:xfrm>
          <a:prstGeom prst="rect">
            <a:avLst/>
          </a:prstGeom>
        </p:spPr>
        <p:txBody>
          <a:bodyPr/>
          <a:lstStyle>
            <a:lvl1pPr>
              <a:defRPr lang="zh-CN" altLang="en-US"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20"/>
            <a:ext cx="9144000" cy="33680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6586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5" y="175414"/>
            <a:ext cx="1517655" cy="401413"/>
          </a:xfrm>
          <a:prstGeom prst="rect">
            <a:avLst/>
          </a:prstGeom>
        </p:spPr>
      </p:pic>
      <p:sp>
        <p:nvSpPr>
          <p:cNvPr id="17" name="矩形 16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 userDrawn="1"/>
        </p:nvSpPr>
        <p:spPr>
          <a:xfrm>
            <a:off x="8250026" y="313200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18"/>
            <a:ext cx="9144000" cy="33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9443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160">
          <p15:clr>
            <a:srgbClr val="FBAE40"/>
          </p15:clr>
        </p15:guide>
        <p15:guide id="2" pos="389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对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9144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6" y="175416"/>
            <a:ext cx="1517655" cy="401413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2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262394" y="960116"/>
            <a:ext cx="4032000" cy="57418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 smtClean="0"/>
              <a:t>单击此处编辑标题</a:t>
            </a:r>
            <a:endParaRPr lang="zh-CN" altLang="en-US" dirty="0"/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0" y="1550505"/>
            <a:ext cx="9144000" cy="7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11"/>
          <p:cNvSpPr>
            <a:spLocks noGrp="1"/>
          </p:cNvSpPr>
          <p:nvPr>
            <p:ph sz="quarter" idx="10"/>
          </p:nvPr>
        </p:nvSpPr>
        <p:spPr>
          <a:xfrm>
            <a:off x="262394" y="1717675"/>
            <a:ext cx="403200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4786314" y="1717675"/>
            <a:ext cx="403225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8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786313" y="958297"/>
            <a:ext cx="4032000" cy="576000"/>
          </a:xfrm>
        </p:spPr>
        <p:txBody>
          <a:bodyPr anchor="b">
            <a:normAutofit/>
          </a:bodyPr>
          <a:lstStyle>
            <a:lvl1pPr marL="0" indent="0" algn="ctr">
              <a:buNone/>
              <a:defRPr lang="zh-CN" altLang="en-US" sz="2800" b="1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lvl="0" indent="-228600" algn="ctr">
              <a:lnSpc>
                <a:spcPct val="90000"/>
              </a:lnSpc>
              <a:spcBef>
                <a:spcPct val="0"/>
              </a:spcBef>
            </a:pPr>
            <a:r>
              <a:rPr lang="zh-CN" altLang="en-US" dirty="0" smtClean="0"/>
              <a:t>单击此处编辑标题</a:t>
            </a: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6586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5" y="175414"/>
            <a:ext cx="1517655" cy="401413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 userDrawn="1"/>
        </p:nvCxnSpPr>
        <p:spPr>
          <a:xfrm flipV="1">
            <a:off x="0" y="1550505"/>
            <a:ext cx="9144000" cy="7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62239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160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对比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9144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6" y="175416"/>
            <a:ext cx="1517655" cy="401413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2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6" name="文本框 5"/>
          <p:cNvSpPr txBox="1"/>
          <p:nvPr/>
        </p:nvSpPr>
        <p:spPr>
          <a:xfrm>
            <a:off x="8250027" y="313202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262394" y="960116"/>
            <a:ext cx="4032000" cy="57418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 smtClean="0"/>
              <a:t>单击此处编辑标题</a:t>
            </a:r>
            <a:endParaRPr lang="zh-CN" altLang="en-US" dirty="0"/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0" y="1550505"/>
            <a:ext cx="9144000" cy="7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11"/>
          <p:cNvSpPr>
            <a:spLocks noGrp="1"/>
          </p:cNvSpPr>
          <p:nvPr>
            <p:ph sz="quarter" idx="10"/>
          </p:nvPr>
        </p:nvSpPr>
        <p:spPr>
          <a:xfrm>
            <a:off x="262394" y="1717675"/>
            <a:ext cx="403200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4786314" y="1717675"/>
            <a:ext cx="403225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8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786313" y="958297"/>
            <a:ext cx="4032000" cy="576000"/>
          </a:xfrm>
        </p:spPr>
        <p:txBody>
          <a:bodyPr anchor="b">
            <a:normAutofit/>
          </a:bodyPr>
          <a:lstStyle>
            <a:lvl1pPr marL="0" indent="0" algn="ctr">
              <a:buNone/>
              <a:defRPr lang="zh-CN" altLang="en-US" sz="2800" b="1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lvl="0" indent="-228600" algn="ctr">
              <a:lnSpc>
                <a:spcPct val="90000"/>
              </a:lnSpc>
              <a:spcBef>
                <a:spcPct val="0"/>
              </a:spcBef>
            </a:pPr>
            <a:r>
              <a:rPr lang="zh-CN" altLang="en-US" dirty="0" smtClean="0"/>
              <a:t>单击此处编辑标题</a:t>
            </a:r>
          </a:p>
        </p:txBody>
      </p:sp>
      <p:sp>
        <p:nvSpPr>
          <p:cNvPr id="21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96566" y="313202"/>
            <a:ext cx="487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4BD5A17-3153-4A95-988E-B577C14000F1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65863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5" y="175414"/>
            <a:ext cx="1517655" cy="401413"/>
          </a:xfrm>
          <a:prstGeom prst="rect">
            <a:avLst/>
          </a:prstGeom>
        </p:spPr>
      </p:pic>
      <p:sp>
        <p:nvSpPr>
          <p:cNvPr id="17" name="矩形 16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 userDrawn="1"/>
        </p:nvSpPr>
        <p:spPr>
          <a:xfrm>
            <a:off x="8250026" y="313200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连接符 19"/>
          <p:cNvCxnSpPr/>
          <p:nvPr userDrawn="1"/>
        </p:nvCxnSpPr>
        <p:spPr>
          <a:xfrm flipV="1">
            <a:off x="0" y="1550505"/>
            <a:ext cx="9144000" cy="7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24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160">
          <p15:clr>
            <a:srgbClr val="FBAE40"/>
          </p15:clr>
        </p15:guide>
        <p15:guide id="2" pos="3895">
          <p15:clr>
            <a:srgbClr val="FBAE40"/>
          </p15:clr>
        </p15:guide>
        <p15:guide id="3" pos="5193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封面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761" y="5815086"/>
            <a:ext cx="2458720" cy="65087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9124" y="4006448"/>
            <a:ext cx="8325019" cy="111419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469125" y="5245248"/>
            <a:ext cx="5820358" cy="468179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lang="zh-CN" altLang="en-US" sz="2400" b="0">
                <a:solidFill>
                  <a:schemeClr val="bg1"/>
                </a:solidFill>
                <a:latin typeface="+mn-ea"/>
                <a:cs typeface="+mj-cs"/>
              </a:defRPr>
            </a:lvl1pPr>
          </a:lstStyle>
          <a:p>
            <a:pPr marL="228600" lvl="0" indent="-228600" algn="ctr">
              <a:lnSpc>
                <a:spcPct val="90000"/>
              </a:lnSpc>
              <a:spcBef>
                <a:spcPct val="0"/>
              </a:spcBef>
            </a:pPr>
            <a:r>
              <a:rPr lang="zh-CN" altLang="en-US" dirty="0" smtClean="0"/>
              <a:t>单击以编辑母版副标题样式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132"/>
            <a:ext cx="9144000" cy="3931920"/>
          </a:xfrm>
          <a:prstGeom prst="rect">
            <a:avLst/>
          </a:prstGeom>
        </p:spPr>
      </p:pic>
      <p:cxnSp>
        <p:nvCxnSpPr>
          <p:cNvPr id="9" name="直接连接符 8"/>
          <p:cNvCxnSpPr/>
          <p:nvPr/>
        </p:nvCxnSpPr>
        <p:spPr>
          <a:xfrm>
            <a:off x="0" y="3893788"/>
            <a:ext cx="914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69125" y="5815087"/>
            <a:ext cx="4159250" cy="49900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 smtClean="0"/>
              <a:t>单击此处添加日期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132"/>
            <a:ext cx="9144000" cy="3931920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0" y="3893788"/>
            <a:ext cx="914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80998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21">
          <p15:clr>
            <a:srgbClr val="FBAE40"/>
          </p15:clr>
        </p15:guide>
        <p15:guide id="3" pos="295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封底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12546"/>
            <a:ext cx="9144000" cy="27965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91" y="4211593"/>
            <a:ext cx="3021843" cy="799946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28650" y="1552217"/>
            <a:ext cx="7886700" cy="1325563"/>
          </a:xfrm>
          <a:prstGeom prst="rect">
            <a:avLst/>
          </a:prstGeom>
        </p:spPr>
        <p:txBody>
          <a:bodyPr anchor="ctr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51077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9144000" cy="665863"/>
          </a:xfrm>
          <a:prstGeom prst="rect">
            <a:avLst/>
          </a:prstGeom>
        </p:spPr>
      </p:pic>
      <p:sp>
        <p:nvSpPr>
          <p:cNvPr id="5" name="标题 1"/>
          <p:cNvSpPr txBox="1">
            <a:spLocks/>
          </p:cNvSpPr>
          <p:nvPr/>
        </p:nvSpPr>
        <p:spPr>
          <a:xfrm>
            <a:off x="323851" y="235137"/>
            <a:ext cx="6474515" cy="33735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2"/>
                </a:solidFill>
                <a:effectLst>
                  <a:glow rad="25400">
                    <a:srgbClr val="BFE2F3"/>
                  </a:glo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dirty="0" smtClean="0">
                <a:solidFill>
                  <a:schemeClr val="accent1"/>
                </a:solidFill>
              </a:rPr>
              <a:t>单击此处编辑母版标题样式</a:t>
            </a:r>
            <a:endParaRPr lang="zh-CN" altLang="en-US" sz="2000" dirty="0">
              <a:solidFill>
                <a:schemeClr val="accent1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413469" y="807632"/>
            <a:ext cx="8340421" cy="5865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0" y="6766562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65863"/>
          </a:xfrm>
          <a:prstGeom prst="rect">
            <a:avLst/>
          </a:prstGeom>
        </p:spPr>
      </p:pic>
      <p:sp>
        <p:nvSpPr>
          <p:cNvPr id="9" name="标题 1"/>
          <p:cNvSpPr txBox="1">
            <a:spLocks/>
          </p:cNvSpPr>
          <p:nvPr userDrawn="1"/>
        </p:nvSpPr>
        <p:spPr>
          <a:xfrm>
            <a:off x="323850" y="235137"/>
            <a:ext cx="6474515" cy="33735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2"/>
                </a:solidFill>
                <a:effectLst>
                  <a:glow rad="25400">
                    <a:srgbClr val="BFE2F3"/>
                  </a:glo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>
                <a:solidFill>
                  <a:schemeClr val="accent1"/>
                </a:solidFill>
              </a:rPr>
              <a:t>单击此处编辑母版标题样式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878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3" r:id="rId14"/>
  </p:sldLayoutIdLst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基于树莓派的网络附属存储</a:t>
            </a:r>
            <a:endParaRPr lang="zh-CN" altLang="en-US" dirty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By </a:t>
            </a:r>
            <a:r>
              <a:rPr lang="zh-CN" altLang="en-US" dirty="0" smtClean="0"/>
              <a:t>崔景育 林弘韬 彭乾旸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201</a:t>
            </a:r>
            <a:r>
              <a:rPr lang="en-US" altLang="zh-CN" dirty="0" smtClean="0"/>
              <a:t>6</a:t>
            </a:r>
            <a:r>
              <a:rPr lang="zh-CN" altLang="en-US" dirty="0" smtClean="0"/>
              <a:t>年</a:t>
            </a:r>
            <a:r>
              <a:rPr lang="en-US" altLang="zh-CN" dirty="0" smtClean="0"/>
              <a:t>6</a:t>
            </a:r>
            <a:r>
              <a:rPr lang="zh-CN" altLang="en-US" dirty="0" smtClean="0"/>
              <a:t>月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3609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91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 </a:t>
            </a:r>
            <a:r>
              <a:rPr lang="en-US" altLang="zh-CN" dirty="0">
                <a:solidFill>
                  <a:srgbClr val="C915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dirty="0">
              <a:solidFill>
                <a:srgbClr val="C9151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841535" y="1271466"/>
            <a:ext cx="843427" cy="443226"/>
            <a:chOff x="666810" y="2586037"/>
            <a:chExt cx="468000" cy="245937"/>
          </a:xfrm>
        </p:grpSpPr>
        <p:sp>
          <p:nvSpPr>
            <p:cNvPr id="4" name="Freeform 10"/>
            <p:cNvSpPr>
              <a:spLocks/>
            </p:cNvSpPr>
            <p:nvPr/>
          </p:nvSpPr>
          <p:spPr bwMode="auto">
            <a:xfrm>
              <a:off x="666810" y="2621442"/>
              <a:ext cx="468000" cy="190800"/>
            </a:xfrm>
            <a:custGeom>
              <a:avLst/>
              <a:gdLst>
                <a:gd name="T0" fmla="*/ 3120 w 3800"/>
                <a:gd name="T1" fmla="*/ 0 h 1532"/>
                <a:gd name="T2" fmla="*/ 682 w 3800"/>
                <a:gd name="T3" fmla="*/ 0 h 1532"/>
                <a:gd name="T4" fmla="*/ 682 w 3800"/>
                <a:gd name="T5" fmla="*/ 284 h 1532"/>
                <a:gd name="T6" fmla="*/ 0 w 3800"/>
                <a:gd name="T7" fmla="*/ 766 h 1532"/>
                <a:gd name="T8" fmla="*/ 682 w 3800"/>
                <a:gd name="T9" fmla="*/ 1248 h 1532"/>
                <a:gd name="T10" fmla="*/ 682 w 3800"/>
                <a:gd name="T11" fmla="*/ 1532 h 1532"/>
                <a:gd name="T12" fmla="*/ 3120 w 3800"/>
                <a:gd name="T13" fmla="*/ 1532 h 1532"/>
                <a:gd name="T14" fmla="*/ 3120 w 3800"/>
                <a:gd name="T15" fmla="*/ 1248 h 1532"/>
                <a:gd name="T16" fmla="*/ 3800 w 3800"/>
                <a:gd name="T17" fmla="*/ 766 h 1532"/>
                <a:gd name="T18" fmla="*/ 3120 w 3800"/>
                <a:gd name="T19" fmla="*/ 284 h 1532"/>
                <a:gd name="T20" fmla="*/ 3120 w 3800"/>
                <a:gd name="T21" fmla="*/ 0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00" h="1532">
                  <a:moveTo>
                    <a:pt x="3120" y="0"/>
                  </a:moveTo>
                  <a:lnTo>
                    <a:pt x="682" y="0"/>
                  </a:lnTo>
                  <a:lnTo>
                    <a:pt x="682" y="284"/>
                  </a:lnTo>
                  <a:lnTo>
                    <a:pt x="0" y="766"/>
                  </a:lnTo>
                  <a:lnTo>
                    <a:pt x="682" y="1248"/>
                  </a:lnTo>
                  <a:lnTo>
                    <a:pt x="682" y="1532"/>
                  </a:lnTo>
                  <a:lnTo>
                    <a:pt x="3120" y="1532"/>
                  </a:lnTo>
                  <a:lnTo>
                    <a:pt x="3120" y="1248"/>
                  </a:lnTo>
                  <a:lnTo>
                    <a:pt x="3800" y="766"/>
                  </a:lnTo>
                  <a:lnTo>
                    <a:pt x="3120" y="284"/>
                  </a:lnTo>
                  <a:lnTo>
                    <a:pt x="3120" y="0"/>
                  </a:lnTo>
                  <a:close/>
                </a:path>
              </a:pathLst>
            </a:custGeom>
            <a:solidFill>
              <a:srgbClr val="CC141E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200" b="1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794494" y="2586037"/>
              <a:ext cx="212633" cy="245937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2534033" y="1679131"/>
            <a:ext cx="4500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2915073" y="1242650"/>
            <a:ext cx="4387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Motivation</a:t>
            </a:r>
            <a:endParaRPr lang="zh-CN" altLang="en-US" sz="2400" dirty="0"/>
          </a:p>
        </p:txBody>
      </p:sp>
      <p:grpSp>
        <p:nvGrpSpPr>
          <p:cNvPr id="6" name="组合 11"/>
          <p:cNvGrpSpPr/>
          <p:nvPr/>
        </p:nvGrpSpPr>
        <p:grpSpPr>
          <a:xfrm>
            <a:off x="1833514" y="1990912"/>
            <a:ext cx="843427" cy="443226"/>
            <a:chOff x="666810" y="2586037"/>
            <a:chExt cx="468000" cy="245937"/>
          </a:xfrm>
        </p:grpSpPr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666810" y="2621442"/>
              <a:ext cx="468000" cy="190800"/>
            </a:xfrm>
            <a:custGeom>
              <a:avLst/>
              <a:gdLst>
                <a:gd name="T0" fmla="*/ 3120 w 3800"/>
                <a:gd name="T1" fmla="*/ 0 h 1532"/>
                <a:gd name="T2" fmla="*/ 682 w 3800"/>
                <a:gd name="T3" fmla="*/ 0 h 1532"/>
                <a:gd name="T4" fmla="*/ 682 w 3800"/>
                <a:gd name="T5" fmla="*/ 284 h 1532"/>
                <a:gd name="T6" fmla="*/ 0 w 3800"/>
                <a:gd name="T7" fmla="*/ 766 h 1532"/>
                <a:gd name="T8" fmla="*/ 682 w 3800"/>
                <a:gd name="T9" fmla="*/ 1248 h 1532"/>
                <a:gd name="T10" fmla="*/ 682 w 3800"/>
                <a:gd name="T11" fmla="*/ 1532 h 1532"/>
                <a:gd name="T12" fmla="*/ 3120 w 3800"/>
                <a:gd name="T13" fmla="*/ 1532 h 1532"/>
                <a:gd name="T14" fmla="*/ 3120 w 3800"/>
                <a:gd name="T15" fmla="*/ 1248 h 1532"/>
                <a:gd name="T16" fmla="*/ 3800 w 3800"/>
                <a:gd name="T17" fmla="*/ 766 h 1532"/>
                <a:gd name="T18" fmla="*/ 3120 w 3800"/>
                <a:gd name="T19" fmla="*/ 284 h 1532"/>
                <a:gd name="T20" fmla="*/ 3120 w 3800"/>
                <a:gd name="T21" fmla="*/ 0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00" h="1532">
                  <a:moveTo>
                    <a:pt x="3120" y="0"/>
                  </a:moveTo>
                  <a:lnTo>
                    <a:pt x="682" y="0"/>
                  </a:lnTo>
                  <a:lnTo>
                    <a:pt x="682" y="284"/>
                  </a:lnTo>
                  <a:lnTo>
                    <a:pt x="0" y="766"/>
                  </a:lnTo>
                  <a:lnTo>
                    <a:pt x="682" y="1248"/>
                  </a:lnTo>
                  <a:lnTo>
                    <a:pt x="682" y="1532"/>
                  </a:lnTo>
                  <a:lnTo>
                    <a:pt x="3120" y="1532"/>
                  </a:lnTo>
                  <a:lnTo>
                    <a:pt x="3120" y="1248"/>
                  </a:lnTo>
                  <a:lnTo>
                    <a:pt x="3800" y="766"/>
                  </a:lnTo>
                  <a:lnTo>
                    <a:pt x="3120" y="284"/>
                  </a:lnTo>
                  <a:lnTo>
                    <a:pt x="3120" y="0"/>
                  </a:lnTo>
                  <a:close/>
                </a:path>
              </a:pathLst>
            </a:custGeom>
            <a:solidFill>
              <a:srgbClr val="CC141E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200" b="1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794494" y="2586037"/>
              <a:ext cx="212633" cy="245937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5" name="直接连接符 14"/>
          <p:cNvCxnSpPr/>
          <p:nvPr/>
        </p:nvCxnSpPr>
        <p:spPr>
          <a:xfrm>
            <a:off x="2526012" y="2398577"/>
            <a:ext cx="4500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2907052" y="1962096"/>
            <a:ext cx="4387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Related Work</a:t>
            </a:r>
            <a:endParaRPr lang="zh-CN" altLang="en-US" sz="2400" dirty="0"/>
          </a:p>
        </p:txBody>
      </p:sp>
      <p:grpSp>
        <p:nvGrpSpPr>
          <p:cNvPr id="8" name="组合 16"/>
          <p:cNvGrpSpPr/>
          <p:nvPr/>
        </p:nvGrpSpPr>
        <p:grpSpPr>
          <a:xfrm>
            <a:off x="1841535" y="2742446"/>
            <a:ext cx="843427" cy="443226"/>
            <a:chOff x="666810" y="2586037"/>
            <a:chExt cx="468000" cy="245937"/>
          </a:xfrm>
        </p:grpSpPr>
        <p:sp>
          <p:nvSpPr>
            <p:cNvPr id="18" name="Freeform 10"/>
            <p:cNvSpPr>
              <a:spLocks/>
            </p:cNvSpPr>
            <p:nvPr/>
          </p:nvSpPr>
          <p:spPr bwMode="auto">
            <a:xfrm>
              <a:off x="666810" y="2621442"/>
              <a:ext cx="468000" cy="190800"/>
            </a:xfrm>
            <a:custGeom>
              <a:avLst/>
              <a:gdLst>
                <a:gd name="T0" fmla="*/ 3120 w 3800"/>
                <a:gd name="T1" fmla="*/ 0 h 1532"/>
                <a:gd name="T2" fmla="*/ 682 w 3800"/>
                <a:gd name="T3" fmla="*/ 0 h 1532"/>
                <a:gd name="T4" fmla="*/ 682 w 3800"/>
                <a:gd name="T5" fmla="*/ 284 h 1532"/>
                <a:gd name="T6" fmla="*/ 0 w 3800"/>
                <a:gd name="T7" fmla="*/ 766 h 1532"/>
                <a:gd name="T8" fmla="*/ 682 w 3800"/>
                <a:gd name="T9" fmla="*/ 1248 h 1532"/>
                <a:gd name="T10" fmla="*/ 682 w 3800"/>
                <a:gd name="T11" fmla="*/ 1532 h 1532"/>
                <a:gd name="T12" fmla="*/ 3120 w 3800"/>
                <a:gd name="T13" fmla="*/ 1532 h 1532"/>
                <a:gd name="T14" fmla="*/ 3120 w 3800"/>
                <a:gd name="T15" fmla="*/ 1248 h 1532"/>
                <a:gd name="T16" fmla="*/ 3800 w 3800"/>
                <a:gd name="T17" fmla="*/ 766 h 1532"/>
                <a:gd name="T18" fmla="*/ 3120 w 3800"/>
                <a:gd name="T19" fmla="*/ 284 h 1532"/>
                <a:gd name="T20" fmla="*/ 3120 w 3800"/>
                <a:gd name="T21" fmla="*/ 0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00" h="1532">
                  <a:moveTo>
                    <a:pt x="3120" y="0"/>
                  </a:moveTo>
                  <a:lnTo>
                    <a:pt x="682" y="0"/>
                  </a:lnTo>
                  <a:lnTo>
                    <a:pt x="682" y="284"/>
                  </a:lnTo>
                  <a:lnTo>
                    <a:pt x="0" y="766"/>
                  </a:lnTo>
                  <a:lnTo>
                    <a:pt x="682" y="1248"/>
                  </a:lnTo>
                  <a:lnTo>
                    <a:pt x="682" y="1532"/>
                  </a:lnTo>
                  <a:lnTo>
                    <a:pt x="3120" y="1532"/>
                  </a:lnTo>
                  <a:lnTo>
                    <a:pt x="3120" y="1248"/>
                  </a:lnTo>
                  <a:lnTo>
                    <a:pt x="3800" y="766"/>
                  </a:lnTo>
                  <a:lnTo>
                    <a:pt x="3120" y="284"/>
                  </a:lnTo>
                  <a:lnTo>
                    <a:pt x="3120" y="0"/>
                  </a:lnTo>
                  <a:close/>
                </a:path>
              </a:pathLst>
            </a:custGeom>
            <a:solidFill>
              <a:srgbClr val="CC141E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200" b="1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794494" y="2586037"/>
              <a:ext cx="212633" cy="245937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0" name="直接连接符 19"/>
          <p:cNvCxnSpPr/>
          <p:nvPr/>
        </p:nvCxnSpPr>
        <p:spPr>
          <a:xfrm>
            <a:off x="2534033" y="3187689"/>
            <a:ext cx="4500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21"/>
          <p:cNvGrpSpPr/>
          <p:nvPr/>
        </p:nvGrpSpPr>
        <p:grpSpPr>
          <a:xfrm>
            <a:off x="1841535" y="3547598"/>
            <a:ext cx="843427" cy="443226"/>
            <a:chOff x="666810" y="2586037"/>
            <a:chExt cx="468000" cy="245937"/>
          </a:xfrm>
        </p:grpSpPr>
        <p:sp>
          <p:nvSpPr>
            <p:cNvPr id="23" name="Freeform 10"/>
            <p:cNvSpPr>
              <a:spLocks/>
            </p:cNvSpPr>
            <p:nvPr/>
          </p:nvSpPr>
          <p:spPr bwMode="auto">
            <a:xfrm>
              <a:off x="666810" y="2621442"/>
              <a:ext cx="468000" cy="190800"/>
            </a:xfrm>
            <a:custGeom>
              <a:avLst/>
              <a:gdLst>
                <a:gd name="T0" fmla="*/ 3120 w 3800"/>
                <a:gd name="T1" fmla="*/ 0 h 1532"/>
                <a:gd name="T2" fmla="*/ 682 w 3800"/>
                <a:gd name="T3" fmla="*/ 0 h 1532"/>
                <a:gd name="T4" fmla="*/ 682 w 3800"/>
                <a:gd name="T5" fmla="*/ 284 h 1532"/>
                <a:gd name="T6" fmla="*/ 0 w 3800"/>
                <a:gd name="T7" fmla="*/ 766 h 1532"/>
                <a:gd name="T8" fmla="*/ 682 w 3800"/>
                <a:gd name="T9" fmla="*/ 1248 h 1532"/>
                <a:gd name="T10" fmla="*/ 682 w 3800"/>
                <a:gd name="T11" fmla="*/ 1532 h 1532"/>
                <a:gd name="T12" fmla="*/ 3120 w 3800"/>
                <a:gd name="T13" fmla="*/ 1532 h 1532"/>
                <a:gd name="T14" fmla="*/ 3120 w 3800"/>
                <a:gd name="T15" fmla="*/ 1248 h 1532"/>
                <a:gd name="T16" fmla="*/ 3800 w 3800"/>
                <a:gd name="T17" fmla="*/ 766 h 1532"/>
                <a:gd name="T18" fmla="*/ 3120 w 3800"/>
                <a:gd name="T19" fmla="*/ 284 h 1532"/>
                <a:gd name="T20" fmla="*/ 3120 w 3800"/>
                <a:gd name="T21" fmla="*/ 0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00" h="1532">
                  <a:moveTo>
                    <a:pt x="3120" y="0"/>
                  </a:moveTo>
                  <a:lnTo>
                    <a:pt x="682" y="0"/>
                  </a:lnTo>
                  <a:lnTo>
                    <a:pt x="682" y="284"/>
                  </a:lnTo>
                  <a:lnTo>
                    <a:pt x="0" y="766"/>
                  </a:lnTo>
                  <a:lnTo>
                    <a:pt x="682" y="1248"/>
                  </a:lnTo>
                  <a:lnTo>
                    <a:pt x="682" y="1532"/>
                  </a:lnTo>
                  <a:lnTo>
                    <a:pt x="3120" y="1532"/>
                  </a:lnTo>
                  <a:lnTo>
                    <a:pt x="3120" y="1248"/>
                  </a:lnTo>
                  <a:lnTo>
                    <a:pt x="3800" y="766"/>
                  </a:lnTo>
                  <a:lnTo>
                    <a:pt x="3120" y="284"/>
                  </a:lnTo>
                  <a:lnTo>
                    <a:pt x="3120" y="0"/>
                  </a:lnTo>
                  <a:close/>
                </a:path>
              </a:pathLst>
            </a:custGeom>
            <a:solidFill>
              <a:srgbClr val="CC141E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200" b="1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794494" y="2586037"/>
              <a:ext cx="212633" cy="245937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5" name="直接连接符 24"/>
          <p:cNvCxnSpPr/>
          <p:nvPr/>
        </p:nvCxnSpPr>
        <p:spPr>
          <a:xfrm>
            <a:off x="2534033" y="3955263"/>
            <a:ext cx="4500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2907052" y="4271298"/>
            <a:ext cx="4387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Application</a:t>
            </a:r>
            <a:endParaRPr lang="zh-CN" altLang="en-US" sz="2400" dirty="0"/>
          </a:p>
        </p:txBody>
      </p:sp>
      <p:grpSp>
        <p:nvGrpSpPr>
          <p:cNvPr id="10" name="组合 31"/>
          <p:cNvGrpSpPr/>
          <p:nvPr/>
        </p:nvGrpSpPr>
        <p:grpSpPr>
          <a:xfrm>
            <a:off x="1841535" y="4335721"/>
            <a:ext cx="843427" cy="443226"/>
            <a:chOff x="666810" y="2586037"/>
            <a:chExt cx="468000" cy="245937"/>
          </a:xfrm>
        </p:grpSpPr>
        <p:sp>
          <p:nvSpPr>
            <p:cNvPr id="33" name="Freeform 10"/>
            <p:cNvSpPr>
              <a:spLocks/>
            </p:cNvSpPr>
            <p:nvPr/>
          </p:nvSpPr>
          <p:spPr bwMode="auto">
            <a:xfrm>
              <a:off x="666810" y="2621442"/>
              <a:ext cx="468000" cy="190800"/>
            </a:xfrm>
            <a:custGeom>
              <a:avLst/>
              <a:gdLst>
                <a:gd name="T0" fmla="*/ 3120 w 3800"/>
                <a:gd name="T1" fmla="*/ 0 h 1532"/>
                <a:gd name="T2" fmla="*/ 682 w 3800"/>
                <a:gd name="T3" fmla="*/ 0 h 1532"/>
                <a:gd name="T4" fmla="*/ 682 w 3800"/>
                <a:gd name="T5" fmla="*/ 284 h 1532"/>
                <a:gd name="T6" fmla="*/ 0 w 3800"/>
                <a:gd name="T7" fmla="*/ 766 h 1532"/>
                <a:gd name="T8" fmla="*/ 682 w 3800"/>
                <a:gd name="T9" fmla="*/ 1248 h 1532"/>
                <a:gd name="T10" fmla="*/ 682 w 3800"/>
                <a:gd name="T11" fmla="*/ 1532 h 1532"/>
                <a:gd name="T12" fmla="*/ 3120 w 3800"/>
                <a:gd name="T13" fmla="*/ 1532 h 1532"/>
                <a:gd name="T14" fmla="*/ 3120 w 3800"/>
                <a:gd name="T15" fmla="*/ 1248 h 1532"/>
                <a:gd name="T16" fmla="*/ 3800 w 3800"/>
                <a:gd name="T17" fmla="*/ 766 h 1532"/>
                <a:gd name="T18" fmla="*/ 3120 w 3800"/>
                <a:gd name="T19" fmla="*/ 284 h 1532"/>
                <a:gd name="T20" fmla="*/ 3120 w 3800"/>
                <a:gd name="T21" fmla="*/ 0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00" h="1532">
                  <a:moveTo>
                    <a:pt x="3120" y="0"/>
                  </a:moveTo>
                  <a:lnTo>
                    <a:pt x="682" y="0"/>
                  </a:lnTo>
                  <a:lnTo>
                    <a:pt x="682" y="284"/>
                  </a:lnTo>
                  <a:lnTo>
                    <a:pt x="0" y="766"/>
                  </a:lnTo>
                  <a:lnTo>
                    <a:pt x="682" y="1248"/>
                  </a:lnTo>
                  <a:lnTo>
                    <a:pt x="682" y="1532"/>
                  </a:lnTo>
                  <a:lnTo>
                    <a:pt x="3120" y="1532"/>
                  </a:lnTo>
                  <a:lnTo>
                    <a:pt x="3120" y="1248"/>
                  </a:lnTo>
                  <a:lnTo>
                    <a:pt x="3800" y="766"/>
                  </a:lnTo>
                  <a:lnTo>
                    <a:pt x="3120" y="284"/>
                  </a:lnTo>
                  <a:lnTo>
                    <a:pt x="3120" y="0"/>
                  </a:lnTo>
                  <a:close/>
                </a:path>
              </a:pathLst>
            </a:custGeom>
            <a:solidFill>
              <a:srgbClr val="CC141E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200" b="1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94494" y="2586037"/>
              <a:ext cx="212633" cy="245937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>
          <a:xfrm>
            <a:off x="2534033" y="4730860"/>
            <a:ext cx="4500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2915073" y="2693658"/>
            <a:ext cx="4387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System Overview</a:t>
            </a:r>
            <a:endParaRPr lang="zh-CN" altLang="en-US" sz="2400" dirty="0"/>
          </a:p>
        </p:txBody>
      </p:sp>
      <p:sp>
        <p:nvSpPr>
          <p:cNvPr id="42" name="文本框 41"/>
          <p:cNvSpPr txBox="1"/>
          <p:nvPr/>
        </p:nvSpPr>
        <p:spPr>
          <a:xfrm>
            <a:off x="2907052" y="3506190"/>
            <a:ext cx="4387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Detailed Work</a:t>
            </a:r>
            <a:endParaRPr lang="zh-CN" altLang="en-US" sz="2400" dirty="0"/>
          </a:p>
        </p:txBody>
      </p:sp>
      <p:sp>
        <p:nvSpPr>
          <p:cNvPr id="32" name="文本框 25"/>
          <p:cNvSpPr txBox="1"/>
          <p:nvPr/>
        </p:nvSpPr>
        <p:spPr>
          <a:xfrm>
            <a:off x="2896614" y="5024946"/>
            <a:ext cx="4387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Work Distribution</a:t>
            </a:r>
            <a:endParaRPr lang="zh-CN" altLang="en-US" sz="2400" dirty="0"/>
          </a:p>
        </p:txBody>
      </p:sp>
      <p:grpSp>
        <p:nvGrpSpPr>
          <p:cNvPr id="37" name="组合 31"/>
          <p:cNvGrpSpPr/>
          <p:nvPr/>
        </p:nvGrpSpPr>
        <p:grpSpPr>
          <a:xfrm>
            <a:off x="1831097" y="5089369"/>
            <a:ext cx="843427" cy="443226"/>
            <a:chOff x="666810" y="2586037"/>
            <a:chExt cx="468000" cy="245937"/>
          </a:xfrm>
        </p:grpSpPr>
        <p:sp>
          <p:nvSpPr>
            <p:cNvPr id="38" name="Freeform 10"/>
            <p:cNvSpPr>
              <a:spLocks/>
            </p:cNvSpPr>
            <p:nvPr/>
          </p:nvSpPr>
          <p:spPr bwMode="auto">
            <a:xfrm>
              <a:off x="666810" y="2621442"/>
              <a:ext cx="468000" cy="190800"/>
            </a:xfrm>
            <a:custGeom>
              <a:avLst/>
              <a:gdLst>
                <a:gd name="T0" fmla="*/ 3120 w 3800"/>
                <a:gd name="T1" fmla="*/ 0 h 1532"/>
                <a:gd name="T2" fmla="*/ 682 w 3800"/>
                <a:gd name="T3" fmla="*/ 0 h 1532"/>
                <a:gd name="T4" fmla="*/ 682 w 3800"/>
                <a:gd name="T5" fmla="*/ 284 h 1532"/>
                <a:gd name="T6" fmla="*/ 0 w 3800"/>
                <a:gd name="T7" fmla="*/ 766 h 1532"/>
                <a:gd name="T8" fmla="*/ 682 w 3800"/>
                <a:gd name="T9" fmla="*/ 1248 h 1532"/>
                <a:gd name="T10" fmla="*/ 682 w 3800"/>
                <a:gd name="T11" fmla="*/ 1532 h 1532"/>
                <a:gd name="T12" fmla="*/ 3120 w 3800"/>
                <a:gd name="T13" fmla="*/ 1532 h 1532"/>
                <a:gd name="T14" fmla="*/ 3120 w 3800"/>
                <a:gd name="T15" fmla="*/ 1248 h 1532"/>
                <a:gd name="T16" fmla="*/ 3800 w 3800"/>
                <a:gd name="T17" fmla="*/ 766 h 1532"/>
                <a:gd name="T18" fmla="*/ 3120 w 3800"/>
                <a:gd name="T19" fmla="*/ 284 h 1532"/>
                <a:gd name="T20" fmla="*/ 3120 w 3800"/>
                <a:gd name="T21" fmla="*/ 0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00" h="1532">
                  <a:moveTo>
                    <a:pt x="3120" y="0"/>
                  </a:moveTo>
                  <a:lnTo>
                    <a:pt x="682" y="0"/>
                  </a:lnTo>
                  <a:lnTo>
                    <a:pt x="682" y="284"/>
                  </a:lnTo>
                  <a:lnTo>
                    <a:pt x="0" y="766"/>
                  </a:lnTo>
                  <a:lnTo>
                    <a:pt x="682" y="1248"/>
                  </a:lnTo>
                  <a:lnTo>
                    <a:pt x="682" y="1532"/>
                  </a:lnTo>
                  <a:lnTo>
                    <a:pt x="3120" y="1532"/>
                  </a:lnTo>
                  <a:lnTo>
                    <a:pt x="3120" y="1248"/>
                  </a:lnTo>
                  <a:lnTo>
                    <a:pt x="3800" y="766"/>
                  </a:lnTo>
                  <a:lnTo>
                    <a:pt x="3120" y="284"/>
                  </a:lnTo>
                  <a:lnTo>
                    <a:pt x="3120" y="0"/>
                  </a:lnTo>
                  <a:close/>
                </a:path>
              </a:pathLst>
            </a:custGeom>
            <a:solidFill>
              <a:srgbClr val="CC141E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200" b="1"/>
            </a:p>
          </p:txBody>
        </p:sp>
        <p:sp>
          <p:nvSpPr>
            <p:cNvPr id="39" name="文本框 33"/>
            <p:cNvSpPr txBox="1"/>
            <p:nvPr/>
          </p:nvSpPr>
          <p:spPr>
            <a:xfrm>
              <a:off x="794494" y="2586037"/>
              <a:ext cx="212633" cy="245937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40" name="直接连接符 39"/>
          <p:cNvCxnSpPr/>
          <p:nvPr/>
        </p:nvCxnSpPr>
        <p:spPr>
          <a:xfrm>
            <a:off x="2523595" y="5421878"/>
            <a:ext cx="4500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79181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494024" y="1548462"/>
            <a:ext cx="8372163" cy="5218098"/>
          </a:xfrm>
        </p:spPr>
        <p:txBody>
          <a:bodyPr>
            <a:normAutofit lnSpcReduction="10000"/>
          </a:bodyPr>
          <a:lstStyle/>
          <a:p>
            <a:r>
              <a:rPr lang="en-US" altLang="zh-CN" sz="2400" dirty="0" smtClean="0"/>
              <a:t>Our motivation is to build a NAS (Network Attached Storage) system based on Raspberry Pi3</a:t>
            </a:r>
            <a:endParaRPr lang="en-US" altLang="zh-CN" sz="2400" dirty="0"/>
          </a:p>
          <a:p>
            <a:r>
              <a:rPr lang="en-US" altLang="zh-CN" sz="2400" dirty="0" smtClean="0"/>
              <a:t>Include functions:</a:t>
            </a:r>
            <a:endParaRPr lang="en-US" altLang="zh-CN" sz="2400" dirty="0" smtClean="0"/>
          </a:p>
          <a:p>
            <a:pPr lvl="1"/>
            <a:r>
              <a:rPr lang="en-US" altLang="zh-CN" sz="2000" dirty="0" smtClean="0"/>
              <a:t>Personal homepage</a:t>
            </a:r>
          </a:p>
          <a:p>
            <a:pPr lvl="1"/>
            <a:r>
              <a:rPr lang="en-US" altLang="zh-CN" sz="2000" dirty="0" smtClean="0"/>
              <a:t>FTP file management</a:t>
            </a:r>
            <a:endParaRPr lang="en-US" altLang="zh-CN" sz="2000" dirty="0" smtClean="0"/>
          </a:p>
          <a:p>
            <a:pPr lvl="1"/>
            <a:r>
              <a:rPr lang="en-US" altLang="zh-CN" sz="2000" dirty="0" smtClean="0"/>
              <a:t>HTTP and P2P remote download and file sharing</a:t>
            </a:r>
            <a:endParaRPr lang="en-US" altLang="zh-CN" sz="2000" dirty="0" smtClean="0"/>
          </a:p>
          <a:p>
            <a:r>
              <a:rPr lang="en-US" altLang="zh-CN" sz="2400" dirty="0" smtClean="0"/>
              <a:t>Useful situations:  Personal/ family/ dorm</a:t>
            </a:r>
            <a:r>
              <a:rPr lang="en-US" altLang="zh-CN" sz="2400" dirty="0" smtClean="0"/>
              <a:t>.</a:t>
            </a:r>
          </a:p>
          <a:p>
            <a:r>
              <a:rPr lang="en-US" altLang="zh-CN" sz="2400" dirty="0" smtClean="0"/>
              <a:t>Advantage:</a:t>
            </a:r>
          </a:p>
          <a:p>
            <a:pPr lvl="1"/>
            <a:r>
              <a:rPr lang="en-US" altLang="zh-CN" sz="2000" dirty="0"/>
              <a:t>Cheap</a:t>
            </a:r>
          </a:p>
          <a:p>
            <a:pPr lvl="1"/>
            <a:r>
              <a:rPr lang="en-US" altLang="zh-CN" sz="2000" dirty="0" smtClean="0"/>
              <a:t>Energy-saving</a:t>
            </a:r>
          </a:p>
          <a:p>
            <a:pPr lvl="1"/>
            <a:r>
              <a:rPr lang="en-US" altLang="zh-CN" sz="2000" dirty="0" smtClean="0"/>
              <a:t>Multiuser Supportive</a:t>
            </a:r>
          </a:p>
          <a:p>
            <a:pPr lvl="1"/>
            <a:endParaRPr lang="zh-CN" altLang="en-US" sz="2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Motivation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System Architecture: LNMP (Linux + Nginx + MySQL + PHP)</a:t>
            </a:r>
            <a:endParaRPr lang="en-US" altLang="zh-CN" dirty="0"/>
          </a:p>
          <a:p>
            <a:r>
              <a:rPr lang="en-US" altLang="zh-CN" dirty="0" smtClean="0"/>
              <a:t>Remote Control: VNC viewer</a:t>
            </a:r>
            <a:endParaRPr lang="en-US" altLang="zh-CN" dirty="0" smtClean="0"/>
          </a:p>
          <a:p>
            <a:r>
              <a:rPr lang="en-US" altLang="zh-CN" dirty="0" smtClean="0"/>
              <a:t>Homepage</a:t>
            </a:r>
            <a:r>
              <a:rPr lang="en-US" altLang="zh-CN" dirty="0" smtClean="0"/>
              <a:t>: </a:t>
            </a:r>
            <a:r>
              <a:rPr lang="en-US" altLang="zh-CN" dirty="0" err="1" smtClean="0"/>
              <a:t>Wordpress</a:t>
            </a:r>
            <a:endParaRPr lang="en-US" altLang="zh-CN" dirty="0" smtClean="0"/>
          </a:p>
          <a:p>
            <a:r>
              <a:rPr lang="en-US" altLang="zh-CN" dirty="0" smtClean="0"/>
              <a:t>Downloader: Aria2, </a:t>
            </a:r>
            <a:r>
              <a:rPr lang="en-US" altLang="zh-CN" dirty="0" smtClean="0"/>
              <a:t>YAAW</a:t>
            </a:r>
            <a:endParaRPr lang="en-US" altLang="zh-CN" dirty="0" smtClean="0"/>
          </a:p>
          <a:p>
            <a:r>
              <a:rPr lang="en-US" altLang="zh-CN" dirty="0" smtClean="0"/>
              <a:t>FTP</a:t>
            </a:r>
            <a:r>
              <a:rPr lang="en-US" altLang="zh-CN" dirty="0" smtClean="0"/>
              <a:t>: </a:t>
            </a:r>
            <a:r>
              <a:rPr lang="en-US" altLang="zh-CN" dirty="0" err="1" smtClean="0"/>
              <a:t>Vsftpd</a:t>
            </a:r>
            <a:endParaRPr lang="en-US" altLang="zh-CN" dirty="0" smtClean="0"/>
          </a:p>
          <a:p>
            <a:r>
              <a:rPr lang="en-US" altLang="zh-CN" dirty="0" smtClean="0"/>
              <a:t>P2P: </a:t>
            </a:r>
            <a:r>
              <a:rPr lang="en-US" altLang="zh-CN" dirty="0" err="1" smtClean="0"/>
              <a:t>BitTorrent</a:t>
            </a:r>
            <a:r>
              <a:rPr lang="en-US" altLang="zh-CN" dirty="0" smtClean="0"/>
              <a:t> 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Related Work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System Overview</a:t>
            </a:r>
            <a:endParaRPr lang="zh-CN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3838912" y="3333402"/>
            <a:ext cx="1364213" cy="122355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Raspberry Pi</a:t>
            </a:r>
            <a:endParaRPr lang="zh-CN" alt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6350797" y="3333402"/>
            <a:ext cx="1369073" cy="122355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mobile hard disk drive</a:t>
            </a:r>
            <a:endParaRPr lang="zh-CN" alt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4109339" y="2131038"/>
            <a:ext cx="823357" cy="675511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SD card</a:t>
            </a:r>
            <a:endParaRPr lang="zh-CN" alt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881846" y="5083810"/>
            <a:ext cx="1269274" cy="66606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power supply</a:t>
            </a:r>
            <a:endParaRPr lang="zh-CN" alt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9" name="云形 68"/>
          <p:cNvSpPr/>
          <p:nvPr/>
        </p:nvSpPr>
        <p:spPr>
          <a:xfrm>
            <a:off x="933556" y="3452057"/>
            <a:ext cx="1757684" cy="997527"/>
          </a:xfrm>
          <a:prstGeom prst="cloud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chemeClr val="bg1"/>
                </a:solidFill>
              </a:rPr>
              <a:t>Internet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2910652" y="3668180"/>
            <a:ext cx="7088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smtClean="0"/>
              <a:t>..01101..</a:t>
            </a:r>
            <a:endParaRPr lang="zh-CN" altLang="en-US" sz="1200" dirty="0"/>
          </a:p>
        </p:txBody>
      </p:sp>
      <p:sp>
        <p:nvSpPr>
          <p:cNvPr id="72" name="矩形 71"/>
          <p:cNvSpPr/>
          <p:nvPr/>
        </p:nvSpPr>
        <p:spPr>
          <a:xfrm>
            <a:off x="6400696" y="5083810"/>
            <a:ext cx="1269274" cy="66606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USB hub</a:t>
            </a:r>
            <a:endParaRPr lang="zh-CN" alt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74" name="直接箭头连接符 73"/>
          <p:cNvCxnSpPr>
            <a:stCxn id="57" idx="2"/>
            <a:endCxn id="54" idx="0"/>
          </p:cNvCxnSpPr>
          <p:nvPr/>
        </p:nvCxnSpPr>
        <p:spPr>
          <a:xfrm>
            <a:off x="4521018" y="2806549"/>
            <a:ext cx="1" cy="52685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>
            <a:stCxn id="69" idx="0"/>
            <a:endCxn id="54" idx="1"/>
          </p:cNvCxnSpPr>
          <p:nvPr/>
        </p:nvCxnSpPr>
        <p:spPr>
          <a:xfrm flipV="1">
            <a:off x="2689775" y="3945180"/>
            <a:ext cx="1149137" cy="564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>
            <a:stCxn id="54" idx="3"/>
            <a:endCxn id="56" idx="1"/>
          </p:cNvCxnSpPr>
          <p:nvPr/>
        </p:nvCxnSpPr>
        <p:spPr>
          <a:xfrm>
            <a:off x="5203125" y="3945180"/>
            <a:ext cx="114767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>
            <a:stCxn id="58" idx="0"/>
            <a:endCxn id="54" idx="2"/>
          </p:cNvCxnSpPr>
          <p:nvPr/>
        </p:nvCxnSpPr>
        <p:spPr>
          <a:xfrm flipV="1">
            <a:off x="4516483" y="4556957"/>
            <a:ext cx="4536" cy="526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/>
          <p:cNvCxnSpPr>
            <a:stCxn id="58" idx="3"/>
            <a:endCxn id="72" idx="1"/>
          </p:cNvCxnSpPr>
          <p:nvPr/>
        </p:nvCxnSpPr>
        <p:spPr>
          <a:xfrm>
            <a:off x="5151120" y="5416840"/>
            <a:ext cx="12495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>
            <a:stCxn id="72" idx="0"/>
            <a:endCxn id="56" idx="2"/>
          </p:cNvCxnSpPr>
          <p:nvPr/>
        </p:nvCxnSpPr>
        <p:spPr>
          <a:xfrm flipV="1">
            <a:off x="7035333" y="4556957"/>
            <a:ext cx="1" cy="526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本框 84"/>
          <p:cNvSpPr txBox="1"/>
          <p:nvPr/>
        </p:nvSpPr>
        <p:spPr>
          <a:xfrm>
            <a:off x="5422537" y="3668179"/>
            <a:ext cx="7088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smtClean="0"/>
              <a:t>..01101..</a:t>
            </a:r>
            <a:endParaRPr lang="zh-CN" altLang="en-US" sz="1200" dirty="0"/>
          </a:p>
        </p:txBody>
      </p:sp>
      <p:sp>
        <p:nvSpPr>
          <p:cNvPr id="86" name="文本框 85"/>
          <p:cNvSpPr txBox="1"/>
          <p:nvPr/>
        </p:nvSpPr>
        <p:spPr>
          <a:xfrm>
            <a:off x="4421051" y="2931475"/>
            <a:ext cx="7088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smtClean="0"/>
              <a:t>..01101..</a:t>
            </a:r>
            <a:endParaRPr lang="zh-CN" altLang="en-US" sz="1200" dirty="0"/>
          </a:p>
        </p:txBody>
      </p:sp>
      <p:sp>
        <p:nvSpPr>
          <p:cNvPr id="87" name="闪电形 86"/>
          <p:cNvSpPr/>
          <p:nvPr/>
        </p:nvSpPr>
        <p:spPr>
          <a:xfrm>
            <a:off x="4162059" y="4690887"/>
            <a:ext cx="258992" cy="258992"/>
          </a:xfrm>
          <a:prstGeom prst="lightningBol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闪电形 87"/>
          <p:cNvSpPr/>
          <p:nvPr/>
        </p:nvSpPr>
        <p:spPr>
          <a:xfrm>
            <a:off x="6727806" y="4690887"/>
            <a:ext cx="258992" cy="258992"/>
          </a:xfrm>
          <a:prstGeom prst="lightningBol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闪电形 89"/>
          <p:cNvSpPr/>
          <p:nvPr/>
        </p:nvSpPr>
        <p:spPr>
          <a:xfrm>
            <a:off x="5646412" y="5517286"/>
            <a:ext cx="258992" cy="258992"/>
          </a:xfrm>
          <a:prstGeom prst="lightningBol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82020" y="1669373"/>
            <a:ext cx="27286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/>
              <a:t>Hardware structure: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272934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System Overview</a:t>
            </a:r>
            <a:endParaRPr lang="zh-CN" altLang="en-US" dirty="0"/>
          </a:p>
        </p:txBody>
      </p:sp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1339264927"/>
              </p:ext>
            </p:extLst>
          </p:nvPr>
        </p:nvGraphicFramePr>
        <p:xfrm>
          <a:off x="923108" y="1953411"/>
          <a:ext cx="7188926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20665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 smtClean="0"/>
              <a:t>User system:</a:t>
            </a:r>
          </a:p>
          <a:p>
            <a:pPr lvl="1"/>
            <a:r>
              <a:rPr lang="en-US" altLang="zh-CN" dirty="0" smtClean="0"/>
              <a:t>Basic: Register, Log in etc.</a:t>
            </a:r>
          </a:p>
          <a:p>
            <a:pPr lvl="1"/>
            <a:r>
              <a:rPr lang="en-US" altLang="zh-CN" dirty="0" smtClean="0"/>
              <a:t>Customization for YAAW: Download Configuration etc.</a:t>
            </a:r>
          </a:p>
          <a:p>
            <a:r>
              <a:rPr lang="en-US" altLang="zh-CN" dirty="0" smtClean="0"/>
              <a:t>Extension to YAAW:</a:t>
            </a:r>
          </a:p>
          <a:p>
            <a:pPr lvl="1"/>
            <a:r>
              <a:rPr lang="en-US" altLang="zh-CN" dirty="0" smtClean="0"/>
              <a:t>File system visualization ( Security Issues..</a:t>
            </a:r>
          </a:p>
          <a:p>
            <a:pPr lvl="1"/>
            <a:r>
              <a:rPr lang="en-US" altLang="zh-CN" dirty="0" smtClean="0"/>
              <a:t>Share files by HTTP link!</a:t>
            </a:r>
          </a:p>
          <a:p>
            <a:pPr lvl="1"/>
            <a:r>
              <a:rPr lang="en-US" altLang="zh-CN" dirty="0" smtClean="0"/>
              <a:t>Share files by generated BT seed!</a:t>
            </a:r>
          </a:p>
          <a:p>
            <a:pPr lvl="1">
              <a:buNone/>
            </a:pP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Detailed Work (1)</a:t>
            </a:r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1213" y="3441656"/>
            <a:ext cx="7600950" cy="318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9521" y="3527903"/>
            <a:ext cx="7524750" cy="293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5634482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6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Detailed Work (2)</a:t>
            </a:r>
            <a:endParaRPr lang="zh-CN" altLang="en-US" dirty="0"/>
          </a:p>
        </p:txBody>
      </p:sp>
      <p:sp>
        <p:nvSpPr>
          <p:cNvPr id="4" name="内容占位符 1"/>
          <p:cNvSpPr>
            <a:spLocks noGrp="1"/>
          </p:cNvSpPr>
          <p:nvPr>
            <p:ph sz="quarter" idx="10"/>
          </p:nvPr>
        </p:nvSpPr>
        <p:spPr>
          <a:xfrm>
            <a:off x="494026" y="1685678"/>
            <a:ext cx="8372163" cy="4921498"/>
          </a:xfrm>
        </p:spPr>
        <p:txBody>
          <a:bodyPr/>
          <a:lstStyle/>
          <a:p>
            <a:r>
              <a:rPr lang="en-US" altLang="zh-CN" dirty="0" smtClean="0"/>
              <a:t>FTP system</a:t>
            </a:r>
          </a:p>
          <a:p>
            <a:pPr lvl="1"/>
            <a:r>
              <a:rPr lang="en-US" altLang="zh-CN" dirty="0" smtClean="0"/>
              <a:t>Virtual user: </a:t>
            </a:r>
            <a:r>
              <a:rPr lang="en-US" altLang="zh-CN" dirty="0" err="1" smtClean="0"/>
              <a:t>vsftpd</a:t>
            </a:r>
            <a:r>
              <a:rPr lang="en-US" altLang="zh-CN" dirty="0" smtClean="0"/>
              <a:t> &amp; </a:t>
            </a:r>
            <a:r>
              <a:rPr lang="en-US" altLang="zh-CN" dirty="0" err="1" smtClean="0"/>
              <a:t>MySQL</a:t>
            </a:r>
            <a:r>
              <a:rPr lang="en-US" altLang="zh-CN" dirty="0" smtClean="0"/>
              <a:t> configuration </a:t>
            </a:r>
          </a:p>
          <a:p>
            <a:pPr lvl="2"/>
            <a:r>
              <a:rPr lang="en-US" altLang="zh-CN" dirty="0" smtClean="0"/>
              <a:t>Authentication: </a:t>
            </a:r>
            <a:r>
              <a:rPr lang="en-US" altLang="zh-CN" dirty="0" err="1" smtClean="0"/>
              <a:t>pam-mysql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Different authority: admin and public</a:t>
            </a:r>
          </a:p>
          <a:p>
            <a:pPr lvl="2"/>
            <a:r>
              <a:rPr lang="en-US" altLang="zh-CN" dirty="0" smtClean="0"/>
              <a:t>Ext4 file system: allow </a:t>
            </a:r>
            <a:r>
              <a:rPr lang="en-US" altLang="zh-CN" dirty="0" err="1" smtClean="0"/>
              <a:t>chmod</a:t>
            </a:r>
            <a:r>
              <a:rPr lang="en-US" altLang="zh-CN" dirty="0" smtClean="0"/>
              <a:t> and </a:t>
            </a:r>
            <a:r>
              <a:rPr lang="en-US" altLang="zh-CN" dirty="0" err="1" smtClean="0"/>
              <a:t>chown</a:t>
            </a:r>
            <a:r>
              <a:rPr lang="en-US" altLang="zh-CN" dirty="0" smtClean="0"/>
              <a:t> commands</a:t>
            </a:r>
          </a:p>
          <a:p>
            <a:pPr lvl="1"/>
            <a:r>
              <a:rPr lang="en-US" altLang="zh-CN" dirty="0" smtClean="0"/>
              <a:t>PHP takeover: register automatically</a:t>
            </a:r>
          </a:p>
          <a:p>
            <a:pPr lvl="2"/>
            <a:r>
              <a:rPr lang="en-US" altLang="zh-CN" dirty="0" smtClean="0"/>
              <a:t>Grant root privilege to </a:t>
            </a:r>
            <a:r>
              <a:rPr lang="en-US" altLang="zh-CN" dirty="0" err="1" smtClean="0"/>
              <a:t>Nginx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Creating directories and adding records to </a:t>
            </a:r>
            <a:r>
              <a:rPr lang="en-US" altLang="zh-CN" dirty="0" err="1" smtClean="0"/>
              <a:t>MySQL</a:t>
            </a:r>
            <a:endParaRPr lang="en-US" altLang="zh-CN" dirty="0" smtClean="0"/>
          </a:p>
          <a:p>
            <a:pPr lvl="2"/>
            <a:endParaRPr lang="en-US" altLang="zh-CN" dirty="0" smtClean="0"/>
          </a:p>
          <a:p>
            <a:pPr lvl="2"/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05372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 smtClean="0"/>
              <a:t>Personal homepage</a:t>
            </a:r>
          </a:p>
          <a:p>
            <a:pPr lvl="1"/>
            <a:r>
              <a:rPr lang="en-US" altLang="zh-CN" dirty="0" smtClean="0"/>
              <a:t>Use </a:t>
            </a:r>
            <a:r>
              <a:rPr lang="en-US" altLang="zh-CN" dirty="0" err="1" smtClean="0"/>
              <a:t>Wordpress</a:t>
            </a:r>
            <a:r>
              <a:rPr lang="en-US" altLang="zh-CN" dirty="0" smtClean="0"/>
              <a:t> as the blog platform.</a:t>
            </a:r>
          </a:p>
          <a:p>
            <a:pPr lvl="1"/>
            <a:r>
              <a:rPr lang="en-US" altLang="zh-CN" dirty="0" smtClean="0"/>
              <a:t>An independent copy of </a:t>
            </a:r>
            <a:r>
              <a:rPr lang="en-US" altLang="zh-CN" dirty="0" err="1" smtClean="0"/>
              <a:t>wordpress</a:t>
            </a:r>
            <a:r>
              <a:rPr lang="en-US" altLang="zh-CN" dirty="0" smtClean="0"/>
              <a:t> package is kept for each user.</a:t>
            </a:r>
          </a:p>
          <a:p>
            <a:pPr lvl="1"/>
            <a:r>
              <a:rPr lang="en-US" altLang="zh-CN" dirty="0" smtClean="0"/>
              <a:t>Visitors can view the homepage without </a:t>
            </a:r>
            <a:r>
              <a:rPr lang="en-US" altLang="zh-CN" dirty="0" err="1" smtClean="0"/>
              <a:t>loggin</a:t>
            </a:r>
            <a:r>
              <a:rPr lang="en-US" altLang="zh-CN" dirty="0" smtClean="0"/>
              <a:t> in.</a:t>
            </a:r>
            <a:endParaRPr lang="en-US" altLang="zh-CN" dirty="0"/>
          </a:p>
          <a:p>
            <a:r>
              <a:rPr lang="en-US" altLang="zh-CN" dirty="0" err="1" smtClean="0"/>
              <a:t>BitTorrent</a:t>
            </a:r>
            <a:r>
              <a:rPr lang="en-US" altLang="zh-CN" dirty="0" smtClean="0"/>
              <a:t> file sharing</a:t>
            </a:r>
            <a:endParaRPr lang="en-US" altLang="zh-CN" dirty="0"/>
          </a:p>
          <a:p>
            <a:pPr lvl="1"/>
            <a:r>
              <a:rPr lang="en-US" altLang="zh-CN" dirty="0" smtClean="0"/>
              <a:t>Use a </a:t>
            </a:r>
            <a:r>
              <a:rPr lang="en-US" altLang="zh-CN" dirty="0" err="1" smtClean="0"/>
              <a:t>BitTorrent</a:t>
            </a:r>
            <a:r>
              <a:rPr lang="en-US" altLang="zh-CN" dirty="0" smtClean="0"/>
              <a:t> server to enable </a:t>
            </a:r>
            <a:r>
              <a:rPr lang="en-US" altLang="zh-CN" dirty="0" err="1" smtClean="0"/>
              <a:t>bt</a:t>
            </a:r>
            <a:r>
              <a:rPr lang="en-US" altLang="zh-CN" dirty="0" smtClean="0"/>
              <a:t> downloads.</a:t>
            </a:r>
          </a:p>
          <a:p>
            <a:pPr lvl="1"/>
            <a:r>
              <a:rPr lang="en-US" altLang="zh-CN" dirty="0" smtClean="0"/>
              <a:t>A specified folder is used to save all the files and torrents to share.</a:t>
            </a:r>
            <a:endParaRPr lang="en-US" altLang="zh-CN" dirty="0"/>
          </a:p>
          <a:p>
            <a:pPr lvl="2"/>
            <a:r>
              <a:rPr lang="en-US" altLang="zh-CN" dirty="0" smtClean="0"/>
              <a:t>Scan over this folder periodically and update the newly generalized torrents;</a:t>
            </a:r>
          </a:p>
          <a:p>
            <a:pPr lvl="2"/>
            <a:r>
              <a:rPr lang="en-US" altLang="zh-CN" dirty="0" smtClean="0"/>
              <a:t>Avoid potential errors due to user’s file modifications;</a:t>
            </a:r>
          </a:p>
          <a:p>
            <a:pPr lvl="2"/>
            <a:r>
              <a:rPr lang="en-US" altLang="zh-CN" dirty="0" smtClean="0"/>
              <a:t>Prevent different users from sharing the same file.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Detailed Work </a:t>
            </a:r>
            <a:r>
              <a:rPr lang="en-US" altLang="zh-CN" dirty="0" smtClean="0"/>
              <a:t>(3)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575647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Application</a:t>
            </a:r>
            <a:endParaRPr lang="zh-CN" altLang="en-US" dirty="0"/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2289948880"/>
              </p:ext>
            </p:extLst>
          </p:nvPr>
        </p:nvGraphicFramePr>
        <p:xfrm>
          <a:off x="339634" y="1698171"/>
          <a:ext cx="8526553" cy="47026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050495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>
          <a:xfrm>
            <a:off x="494026" y="1548463"/>
            <a:ext cx="8372163" cy="5205034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 err="1"/>
              <a:t>Qianyang</a:t>
            </a:r>
            <a:r>
              <a:rPr lang="en-US" altLang="zh-CN" dirty="0"/>
              <a:t> </a:t>
            </a:r>
            <a:r>
              <a:rPr lang="en-US" altLang="zh-CN" dirty="0" smtClean="0"/>
              <a:t>Peng:</a:t>
            </a:r>
          </a:p>
          <a:p>
            <a:pPr lvl="1"/>
            <a:r>
              <a:rPr lang="en-US" altLang="zh-CN" dirty="0" smtClean="0"/>
              <a:t>Designed </a:t>
            </a:r>
            <a:r>
              <a:rPr lang="en-US" altLang="zh-CN" dirty="0"/>
              <a:t>the hardware structure; 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Configured </a:t>
            </a:r>
            <a:r>
              <a:rPr lang="en-US" altLang="zh-CN" dirty="0"/>
              <a:t>the LNMP framework and HTTP server; 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Implemented </a:t>
            </a:r>
            <a:r>
              <a:rPr lang="en-US" altLang="zh-CN" dirty="0"/>
              <a:t>the features about personal homepage; 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Configured </a:t>
            </a:r>
            <a:r>
              <a:rPr lang="en-US" altLang="zh-CN" dirty="0"/>
              <a:t>the </a:t>
            </a:r>
            <a:r>
              <a:rPr lang="en-US" altLang="zh-CN" dirty="0" err="1"/>
              <a:t>BitTorrent</a:t>
            </a:r>
            <a:r>
              <a:rPr lang="en-US" altLang="zh-CN" dirty="0"/>
              <a:t> server and implemented the P2P file sharing system</a:t>
            </a:r>
            <a:r>
              <a:rPr lang="en-US" altLang="zh-CN" dirty="0" smtClean="0"/>
              <a:t>.</a:t>
            </a:r>
          </a:p>
          <a:p>
            <a:r>
              <a:rPr lang="en-US" altLang="zh-CN" dirty="0" err="1"/>
              <a:t>Hongtao</a:t>
            </a:r>
            <a:r>
              <a:rPr lang="en-US" altLang="zh-CN" dirty="0"/>
              <a:t> Lin</a:t>
            </a:r>
            <a:r>
              <a:rPr lang="en-US" altLang="zh-CN" dirty="0" smtClean="0"/>
              <a:t>:</a:t>
            </a:r>
          </a:p>
          <a:p>
            <a:pPr lvl="1"/>
            <a:r>
              <a:rPr lang="en-US" altLang="zh-CN" dirty="0"/>
              <a:t>T</a:t>
            </a:r>
            <a:r>
              <a:rPr lang="en-US" altLang="zh-CN" dirty="0" smtClean="0"/>
              <a:t>he </a:t>
            </a:r>
            <a:r>
              <a:rPr lang="en-US" altLang="zh-CN" dirty="0"/>
              <a:t>main structure of user </a:t>
            </a:r>
            <a:r>
              <a:rPr lang="en-US" altLang="zh-CN" dirty="0" smtClean="0"/>
              <a:t>system (register</a:t>
            </a:r>
            <a:r>
              <a:rPr lang="en-US" altLang="zh-CN" dirty="0"/>
              <a:t>, </a:t>
            </a:r>
            <a:r>
              <a:rPr lang="en-US" altLang="zh-CN" dirty="0" smtClean="0"/>
              <a:t>login </a:t>
            </a:r>
            <a:r>
              <a:rPr lang="en-US" altLang="zh-CN" dirty="0"/>
              <a:t>and main entrance </a:t>
            </a:r>
            <a:r>
              <a:rPr lang="en-US" altLang="zh-CN" dirty="0" smtClean="0"/>
              <a:t>logic);  </a:t>
            </a:r>
          </a:p>
          <a:p>
            <a:pPr lvl="1"/>
            <a:r>
              <a:rPr lang="en-US" altLang="zh-CN" dirty="0"/>
              <a:t>T</a:t>
            </a:r>
            <a:r>
              <a:rPr lang="en-US" altLang="zh-CN" dirty="0" smtClean="0"/>
              <a:t>he configuration </a:t>
            </a:r>
            <a:r>
              <a:rPr lang="en-US" altLang="zh-CN" dirty="0"/>
              <a:t>and modification of YAAW </a:t>
            </a:r>
            <a:r>
              <a:rPr lang="en-US" altLang="zh-CN" dirty="0" smtClean="0"/>
              <a:t>system. </a:t>
            </a:r>
          </a:p>
          <a:p>
            <a:r>
              <a:rPr lang="en-US" altLang="zh-CN" dirty="0" err="1" smtClean="0"/>
              <a:t>Jingyu</a:t>
            </a:r>
            <a:r>
              <a:rPr lang="en-US" altLang="zh-CN" dirty="0" smtClean="0"/>
              <a:t> Cui:</a:t>
            </a:r>
            <a:endParaRPr lang="en-US" altLang="zh-CN" dirty="0"/>
          </a:p>
          <a:p>
            <a:pPr lvl="1"/>
            <a:r>
              <a:rPr lang="en-US" altLang="zh-CN" dirty="0"/>
              <a:t>Installed the system and enabled remote controlling</a:t>
            </a:r>
            <a:r>
              <a:rPr lang="en-US" altLang="zh-CN" dirty="0" smtClean="0"/>
              <a:t>;</a:t>
            </a:r>
          </a:p>
          <a:p>
            <a:pPr lvl="1"/>
            <a:r>
              <a:rPr lang="en-US" altLang="zh-CN" dirty="0" smtClean="0"/>
              <a:t>UI Design;</a:t>
            </a:r>
          </a:p>
          <a:p>
            <a:pPr lvl="1"/>
            <a:r>
              <a:rPr lang="en-US" altLang="zh-CN" dirty="0" smtClean="0"/>
              <a:t>Configured </a:t>
            </a:r>
            <a:r>
              <a:rPr lang="en-US" altLang="zh-CN" dirty="0" err="1"/>
              <a:t>vsftpd</a:t>
            </a:r>
            <a:r>
              <a:rPr lang="en-US" altLang="zh-CN" dirty="0"/>
              <a:t> </a:t>
            </a:r>
            <a:r>
              <a:rPr lang="en-US" altLang="zh-CN" dirty="0" smtClean="0"/>
              <a:t>system;</a:t>
            </a:r>
          </a:p>
          <a:p>
            <a:pPr lvl="1"/>
            <a:r>
              <a:rPr lang="en-US" altLang="zh-CN" dirty="0" smtClean="0"/>
              <a:t>Implemented </a:t>
            </a:r>
            <a:r>
              <a:rPr lang="en-US" altLang="zh-CN" dirty="0"/>
              <a:t>virtual </a:t>
            </a:r>
            <a:r>
              <a:rPr lang="en-US" altLang="zh-CN" dirty="0" smtClean="0"/>
              <a:t>users;</a:t>
            </a:r>
          </a:p>
          <a:p>
            <a:pPr lvl="1"/>
            <a:r>
              <a:rPr lang="en-US" altLang="zh-CN" dirty="0" smtClean="0"/>
              <a:t>Implemented the controlling of </a:t>
            </a:r>
            <a:r>
              <a:rPr lang="en-US" altLang="zh-CN" dirty="0"/>
              <a:t>FTP accounts using </a:t>
            </a:r>
            <a:r>
              <a:rPr lang="en-US" altLang="zh-CN" dirty="0" smtClean="0"/>
              <a:t>PHP;</a:t>
            </a:r>
          </a:p>
          <a:p>
            <a:pPr lvl="1"/>
            <a:r>
              <a:rPr lang="en-US" altLang="zh-CN" dirty="0" smtClean="0"/>
              <a:t>Maintained </a:t>
            </a:r>
            <a:r>
              <a:rPr lang="en-US" altLang="zh-CN" dirty="0"/>
              <a:t>the hardware, including backup and recovery.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Work Distribution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80470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23348" y="1816797"/>
            <a:ext cx="23968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 smtClean="0">
                <a:solidFill>
                  <a:schemeClr val="bg1"/>
                </a:solidFill>
              </a:rPr>
              <a:t>Thanks!</a:t>
            </a:r>
            <a:endParaRPr lang="zh-CN" altLang="en-US" sz="5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40544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016-VI主题">
  <a:themeElements>
    <a:clrScheme name="VI统一色">
      <a:dk1>
        <a:srgbClr val="000000"/>
      </a:dk1>
      <a:lt1>
        <a:srgbClr val="FFFFFF"/>
      </a:lt1>
      <a:dk2>
        <a:srgbClr val="BD9F68"/>
      </a:dk2>
      <a:lt2>
        <a:srgbClr val="B5B5B6"/>
      </a:lt2>
      <a:accent1>
        <a:srgbClr val="C8161E"/>
      </a:accent1>
      <a:accent2>
        <a:srgbClr val="F08300"/>
      </a:accent2>
      <a:accent3>
        <a:srgbClr val="FDD000"/>
      </a:accent3>
      <a:accent4>
        <a:srgbClr val="338D27"/>
      </a:accent4>
      <a:accent5>
        <a:srgbClr val="0086D1"/>
      </a:accent5>
      <a:accent6>
        <a:srgbClr val="004098"/>
      </a:accent6>
      <a:hlink>
        <a:srgbClr val="B5B5B6"/>
      </a:hlink>
      <a:folHlink>
        <a:srgbClr val="BD9F68"/>
      </a:folHlink>
    </a:clrScheme>
    <a:fontScheme name="模块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16-VI主题" id="{5AE3302E-EAD3-4AF6-9B05-44D5CA6E31FB}" vid="{55D1CDEE-FEEF-4D3E-ACCF-BFCE645E4B05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2016-VI主题</Template>
  <TotalTime>2314</TotalTime>
  <Words>488</Words>
  <Application>Microsoft Office PowerPoint</Application>
  <PresentationFormat>全屏显示(4:3)</PresentationFormat>
  <Paragraphs>113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等线</vt:lpstr>
      <vt:lpstr>华文楷体</vt:lpstr>
      <vt:lpstr>微软雅黑</vt:lpstr>
      <vt:lpstr>Arial</vt:lpstr>
      <vt:lpstr>Calibri</vt:lpstr>
      <vt:lpstr>Corbel</vt:lpstr>
      <vt:lpstr>2016-VI主题</vt:lpstr>
      <vt:lpstr>基于树莓派的网络附属存储</vt:lpstr>
      <vt:lpstr>目录 Contents</vt:lpstr>
      <vt:lpstr>Motivation</vt:lpstr>
      <vt:lpstr>Related Work</vt:lpstr>
      <vt:lpstr>System Overview</vt:lpstr>
      <vt:lpstr>System Overview</vt:lpstr>
      <vt:lpstr>Detailed Work (1)</vt:lpstr>
      <vt:lpstr>Detailed Work (2)</vt:lpstr>
      <vt:lpstr>Detailed Work (3)</vt:lpstr>
      <vt:lpstr>Application</vt:lpstr>
      <vt:lpstr>Work Distribution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微软用户</dc:creator>
  <cp:lastModifiedBy>switchy</cp:lastModifiedBy>
  <cp:revision>129</cp:revision>
  <dcterms:created xsi:type="dcterms:W3CDTF">2016-01-21T16:32:22Z</dcterms:created>
  <dcterms:modified xsi:type="dcterms:W3CDTF">2016-06-18T15:19:28Z</dcterms:modified>
</cp:coreProperties>
</file>